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9" r:id="rId4"/>
    <p:sldId id="258" r:id="rId5"/>
    <p:sldId id="260" r:id="rId6"/>
    <p:sldId id="266" r:id="rId7"/>
    <p:sldId id="281" r:id="rId8"/>
    <p:sldId id="282" r:id="rId9"/>
    <p:sldId id="268" r:id="rId10"/>
    <p:sldId id="270" r:id="rId11"/>
    <p:sldId id="277" r:id="rId12"/>
    <p:sldId id="261" r:id="rId13"/>
    <p:sldId id="262" r:id="rId14"/>
    <p:sldId id="263" r:id="rId15"/>
    <p:sldId id="264" r:id="rId16"/>
    <p:sldId id="265" r:id="rId17"/>
    <p:sldId id="271" r:id="rId18"/>
    <p:sldId id="272" r:id="rId19"/>
    <p:sldId id="273" r:id="rId20"/>
    <p:sldId id="274" r:id="rId21"/>
    <p:sldId id="278" r:id="rId22"/>
    <p:sldId id="276" r:id="rId23"/>
    <p:sldId id="279" r:id="rId24"/>
    <p:sldId id="280" r:id="rId25"/>
    <p:sldId id="283" r:id="rId26"/>
    <p:sldId id="285" r:id="rId27"/>
    <p:sldId id="284" r:id="rId28"/>
    <p:sldId id="286" r:id="rId29"/>
    <p:sldId id="287" r:id="rId30"/>
    <p:sldId id="288" r:id="rId31"/>
    <p:sldId id="289" r:id="rId32"/>
    <p:sldId id="290" r:id="rId33"/>
    <p:sldId id="291" r:id="rId34"/>
    <p:sldId id="292" r:id="rId35"/>
    <p:sldId id="293" r:id="rId36"/>
    <p:sldId id="294" r:id="rId37"/>
    <p:sldId id="295" r:id="rId38"/>
    <p:sldId id="296" r:id="rId39"/>
    <p:sldId id="297" r:id="rId40"/>
  </p:sldIdLst>
  <p:sldSz cx="12192000" cy="6858000"/>
  <p:notesSz cx="6858000" cy="9144000"/>
  <p:defaultText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255"/>
    <p:restoredTop sz="94689"/>
  </p:normalViewPr>
  <p:slideViewPr>
    <p:cSldViewPr snapToGrid="0">
      <p:cViewPr varScale="1">
        <p:scale>
          <a:sx n="147" d="100"/>
          <a:sy n="147" d="100"/>
        </p:scale>
        <p:origin x="1424" y="200"/>
      </p:cViewPr>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A4C3422-C83A-4071-BA4C-CFF7E240CB63}" type="doc">
      <dgm:prSet loTypeId="urn:microsoft.com/office/officeart/2005/8/layout/vList2" loCatId="list" qsTypeId="urn:microsoft.com/office/officeart/2005/8/quickstyle/simple1" qsCatId="simple" csTypeId="urn:microsoft.com/office/officeart/2005/8/colors/colorful5" csCatId="colorful" phldr="1"/>
      <dgm:spPr/>
      <dgm:t>
        <a:bodyPr/>
        <a:lstStyle/>
        <a:p>
          <a:endParaRPr lang="en-US"/>
        </a:p>
      </dgm:t>
    </dgm:pt>
    <dgm:pt modelId="{28F22100-CBA5-425E-9378-6A527F45E1F3}">
      <dgm:prSet/>
      <dgm:spPr/>
      <dgm:t>
        <a:bodyPr/>
        <a:lstStyle/>
        <a:p>
          <a:r>
            <a:rPr lang="en-US" b="0" i="0"/>
            <a:t>Background – images, color</a:t>
          </a:r>
          <a:endParaRPr lang="en-US"/>
        </a:p>
      </dgm:t>
    </dgm:pt>
    <dgm:pt modelId="{2A9AF10E-605D-4E61-93E9-65EFEF95990F}" type="parTrans" cxnId="{B07EC09A-0815-49B7-8B9C-E9E1BB37C097}">
      <dgm:prSet/>
      <dgm:spPr/>
      <dgm:t>
        <a:bodyPr/>
        <a:lstStyle/>
        <a:p>
          <a:endParaRPr lang="en-US"/>
        </a:p>
      </dgm:t>
    </dgm:pt>
    <dgm:pt modelId="{3C9D3A5D-779A-4DB3-A212-D4E0E645062A}" type="sibTrans" cxnId="{B07EC09A-0815-49B7-8B9C-E9E1BB37C097}">
      <dgm:prSet/>
      <dgm:spPr/>
      <dgm:t>
        <a:bodyPr/>
        <a:lstStyle/>
        <a:p>
          <a:endParaRPr lang="en-US"/>
        </a:p>
      </dgm:t>
    </dgm:pt>
    <dgm:pt modelId="{E2E4AD5A-D8CA-4192-A9ED-A58494EEA53D}">
      <dgm:prSet/>
      <dgm:spPr/>
      <dgm:t>
        <a:bodyPr/>
        <a:lstStyle/>
        <a:p>
          <a:r>
            <a:rPr lang="en-US"/>
            <a:t>Border</a:t>
          </a:r>
        </a:p>
      </dgm:t>
    </dgm:pt>
    <dgm:pt modelId="{4F5CDA23-F2AA-4328-A618-1F3CA1DCC01F}" type="parTrans" cxnId="{4329718D-4A34-4396-9E85-87E489D410C6}">
      <dgm:prSet/>
      <dgm:spPr/>
      <dgm:t>
        <a:bodyPr/>
        <a:lstStyle/>
        <a:p>
          <a:endParaRPr lang="en-US"/>
        </a:p>
      </dgm:t>
    </dgm:pt>
    <dgm:pt modelId="{218F3A7C-2762-4070-8190-363F165F9FBF}" type="sibTrans" cxnId="{4329718D-4A34-4396-9E85-87E489D410C6}">
      <dgm:prSet/>
      <dgm:spPr/>
      <dgm:t>
        <a:bodyPr/>
        <a:lstStyle/>
        <a:p>
          <a:endParaRPr lang="en-US"/>
        </a:p>
      </dgm:t>
    </dgm:pt>
    <dgm:pt modelId="{3BE8A8FC-5365-4A32-BD40-108A92508028}">
      <dgm:prSet/>
      <dgm:spPr/>
      <dgm:t>
        <a:bodyPr/>
        <a:lstStyle/>
        <a:p>
          <a:r>
            <a:rPr lang="en-US"/>
            <a:t>Icons</a:t>
          </a:r>
        </a:p>
      </dgm:t>
    </dgm:pt>
    <dgm:pt modelId="{2935A9B0-C8C9-4236-949C-109DDE925834}" type="parTrans" cxnId="{C5FDC3BE-A9FA-43E2-BAAF-AC6EC942CA0A}">
      <dgm:prSet/>
      <dgm:spPr/>
      <dgm:t>
        <a:bodyPr/>
        <a:lstStyle/>
        <a:p>
          <a:endParaRPr lang="en-US"/>
        </a:p>
      </dgm:t>
    </dgm:pt>
    <dgm:pt modelId="{1F50F1D4-CE8A-4811-8081-C86697671496}" type="sibTrans" cxnId="{C5FDC3BE-A9FA-43E2-BAAF-AC6EC942CA0A}">
      <dgm:prSet/>
      <dgm:spPr/>
      <dgm:t>
        <a:bodyPr/>
        <a:lstStyle/>
        <a:p>
          <a:endParaRPr lang="en-US"/>
        </a:p>
      </dgm:t>
    </dgm:pt>
    <dgm:pt modelId="{02D96688-3C94-481C-9E99-7A82C0053F55}">
      <dgm:prSet/>
      <dgm:spPr/>
      <dgm:t>
        <a:bodyPr/>
        <a:lstStyle/>
        <a:p>
          <a:r>
            <a:rPr lang="en-US" dirty="0"/>
            <a:t>List (small stuff for fun)</a:t>
          </a:r>
        </a:p>
      </dgm:t>
    </dgm:pt>
    <dgm:pt modelId="{67CCE129-BCEF-4DD8-90B1-96BD9BC54EF4}" type="parTrans" cxnId="{F22C04F2-3E0D-4993-983F-8D595F2359AA}">
      <dgm:prSet/>
      <dgm:spPr/>
      <dgm:t>
        <a:bodyPr/>
        <a:lstStyle/>
        <a:p>
          <a:endParaRPr lang="en-US"/>
        </a:p>
      </dgm:t>
    </dgm:pt>
    <dgm:pt modelId="{9691DAD0-D0A5-4F39-8135-4669349EA5F9}" type="sibTrans" cxnId="{F22C04F2-3E0D-4993-983F-8D595F2359AA}">
      <dgm:prSet/>
      <dgm:spPr/>
      <dgm:t>
        <a:bodyPr/>
        <a:lstStyle/>
        <a:p>
          <a:endParaRPr lang="en-US"/>
        </a:p>
      </dgm:t>
    </dgm:pt>
    <dgm:pt modelId="{829329AB-18E9-844C-BD65-E13E755D2E34}">
      <dgm:prSet/>
      <dgm:spPr/>
      <dgm:t>
        <a:bodyPr/>
        <a:lstStyle/>
        <a:p>
          <a:r>
            <a:rPr lang="en-US" dirty="0"/>
            <a:t>Selectors</a:t>
          </a:r>
        </a:p>
      </dgm:t>
    </dgm:pt>
    <dgm:pt modelId="{887258A6-5B1C-9543-9569-D641581462C5}" type="parTrans" cxnId="{9CB99069-6229-9646-A5BC-EC58479C2891}">
      <dgm:prSet/>
      <dgm:spPr/>
    </dgm:pt>
    <dgm:pt modelId="{E588953B-F243-BE42-BFF7-4F0ECF29D11B}" type="sibTrans" cxnId="{9CB99069-6229-9646-A5BC-EC58479C2891}">
      <dgm:prSet/>
      <dgm:spPr/>
    </dgm:pt>
    <dgm:pt modelId="{6E41F630-39D2-8048-89C5-6E7DBBEC37A7}" type="pres">
      <dgm:prSet presAssocID="{CA4C3422-C83A-4071-BA4C-CFF7E240CB63}" presName="linear" presStyleCnt="0">
        <dgm:presLayoutVars>
          <dgm:animLvl val="lvl"/>
          <dgm:resizeHandles val="exact"/>
        </dgm:presLayoutVars>
      </dgm:prSet>
      <dgm:spPr/>
    </dgm:pt>
    <dgm:pt modelId="{85F99E69-0E63-F24B-B731-140853E16C4C}" type="pres">
      <dgm:prSet presAssocID="{28F22100-CBA5-425E-9378-6A527F45E1F3}" presName="parentText" presStyleLbl="node1" presStyleIdx="0" presStyleCnt="5">
        <dgm:presLayoutVars>
          <dgm:chMax val="0"/>
          <dgm:bulletEnabled val="1"/>
        </dgm:presLayoutVars>
      </dgm:prSet>
      <dgm:spPr/>
    </dgm:pt>
    <dgm:pt modelId="{736FB8FD-84FE-7745-BB82-A670E7BAE184}" type="pres">
      <dgm:prSet presAssocID="{3C9D3A5D-779A-4DB3-A212-D4E0E645062A}" presName="spacer" presStyleCnt="0"/>
      <dgm:spPr/>
    </dgm:pt>
    <dgm:pt modelId="{C7FA660D-DC62-C44C-8126-3621D430BA91}" type="pres">
      <dgm:prSet presAssocID="{E2E4AD5A-D8CA-4192-A9ED-A58494EEA53D}" presName="parentText" presStyleLbl="node1" presStyleIdx="1" presStyleCnt="5">
        <dgm:presLayoutVars>
          <dgm:chMax val="0"/>
          <dgm:bulletEnabled val="1"/>
        </dgm:presLayoutVars>
      </dgm:prSet>
      <dgm:spPr/>
    </dgm:pt>
    <dgm:pt modelId="{1A23FA37-C068-B849-8B3A-0008DD080538}" type="pres">
      <dgm:prSet presAssocID="{218F3A7C-2762-4070-8190-363F165F9FBF}" presName="spacer" presStyleCnt="0"/>
      <dgm:spPr/>
    </dgm:pt>
    <dgm:pt modelId="{09C02D17-6956-B545-B55C-6557D686B3AD}" type="pres">
      <dgm:prSet presAssocID="{3BE8A8FC-5365-4A32-BD40-108A92508028}" presName="parentText" presStyleLbl="node1" presStyleIdx="2" presStyleCnt="5">
        <dgm:presLayoutVars>
          <dgm:chMax val="0"/>
          <dgm:bulletEnabled val="1"/>
        </dgm:presLayoutVars>
      </dgm:prSet>
      <dgm:spPr/>
    </dgm:pt>
    <dgm:pt modelId="{E9317935-B976-FA4D-A29D-B26998F5AF8D}" type="pres">
      <dgm:prSet presAssocID="{1F50F1D4-CE8A-4811-8081-C86697671496}" presName="spacer" presStyleCnt="0"/>
      <dgm:spPr/>
    </dgm:pt>
    <dgm:pt modelId="{72CFB082-7279-7249-95CD-02AA87A07661}" type="pres">
      <dgm:prSet presAssocID="{02D96688-3C94-481C-9E99-7A82C0053F55}" presName="parentText" presStyleLbl="node1" presStyleIdx="3" presStyleCnt="5">
        <dgm:presLayoutVars>
          <dgm:chMax val="0"/>
          <dgm:bulletEnabled val="1"/>
        </dgm:presLayoutVars>
      </dgm:prSet>
      <dgm:spPr/>
    </dgm:pt>
    <dgm:pt modelId="{CF2BABC8-0BF3-DA4B-86A2-03C6C125FE73}" type="pres">
      <dgm:prSet presAssocID="{9691DAD0-D0A5-4F39-8135-4669349EA5F9}" presName="spacer" presStyleCnt="0"/>
      <dgm:spPr/>
    </dgm:pt>
    <dgm:pt modelId="{7240A7C5-E38D-7A40-A99A-EC782E5D836E}" type="pres">
      <dgm:prSet presAssocID="{829329AB-18E9-844C-BD65-E13E755D2E34}" presName="parentText" presStyleLbl="node1" presStyleIdx="4" presStyleCnt="5">
        <dgm:presLayoutVars>
          <dgm:chMax val="0"/>
          <dgm:bulletEnabled val="1"/>
        </dgm:presLayoutVars>
      </dgm:prSet>
      <dgm:spPr/>
    </dgm:pt>
  </dgm:ptLst>
  <dgm:cxnLst>
    <dgm:cxn modelId="{E28F560A-A7AD-B748-B6AE-F8D480116259}" type="presOf" srcId="{02D96688-3C94-481C-9E99-7A82C0053F55}" destId="{72CFB082-7279-7249-95CD-02AA87A07661}" srcOrd="0" destOrd="0" presId="urn:microsoft.com/office/officeart/2005/8/layout/vList2"/>
    <dgm:cxn modelId="{BA23CC1C-E919-324D-A0F8-17375EAC4022}" type="presOf" srcId="{3BE8A8FC-5365-4A32-BD40-108A92508028}" destId="{09C02D17-6956-B545-B55C-6557D686B3AD}" srcOrd="0" destOrd="0" presId="urn:microsoft.com/office/officeart/2005/8/layout/vList2"/>
    <dgm:cxn modelId="{50238B2A-1492-3541-90D6-FC52BD8702AC}" type="presOf" srcId="{28F22100-CBA5-425E-9378-6A527F45E1F3}" destId="{85F99E69-0E63-F24B-B731-140853E16C4C}" srcOrd="0" destOrd="0" presId="urn:microsoft.com/office/officeart/2005/8/layout/vList2"/>
    <dgm:cxn modelId="{A9294859-91D1-3C43-9309-BE0B84B625BB}" type="presOf" srcId="{829329AB-18E9-844C-BD65-E13E755D2E34}" destId="{7240A7C5-E38D-7A40-A99A-EC782E5D836E}" srcOrd="0" destOrd="0" presId="urn:microsoft.com/office/officeart/2005/8/layout/vList2"/>
    <dgm:cxn modelId="{D318B05F-3DF6-B646-840E-A19A34AFB05B}" type="presOf" srcId="{CA4C3422-C83A-4071-BA4C-CFF7E240CB63}" destId="{6E41F630-39D2-8048-89C5-6E7DBBEC37A7}" srcOrd="0" destOrd="0" presId="urn:microsoft.com/office/officeart/2005/8/layout/vList2"/>
    <dgm:cxn modelId="{9CB99069-6229-9646-A5BC-EC58479C2891}" srcId="{CA4C3422-C83A-4071-BA4C-CFF7E240CB63}" destId="{829329AB-18E9-844C-BD65-E13E755D2E34}" srcOrd="4" destOrd="0" parTransId="{887258A6-5B1C-9543-9569-D641581462C5}" sibTransId="{E588953B-F243-BE42-BFF7-4F0ECF29D11B}"/>
    <dgm:cxn modelId="{4329718D-4A34-4396-9E85-87E489D410C6}" srcId="{CA4C3422-C83A-4071-BA4C-CFF7E240CB63}" destId="{E2E4AD5A-D8CA-4192-A9ED-A58494EEA53D}" srcOrd="1" destOrd="0" parTransId="{4F5CDA23-F2AA-4328-A618-1F3CA1DCC01F}" sibTransId="{218F3A7C-2762-4070-8190-363F165F9FBF}"/>
    <dgm:cxn modelId="{B07EC09A-0815-49B7-8B9C-E9E1BB37C097}" srcId="{CA4C3422-C83A-4071-BA4C-CFF7E240CB63}" destId="{28F22100-CBA5-425E-9378-6A527F45E1F3}" srcOrd="0" destOrd="0" parTransId="{2A9AF10E-605D-4E61-93E9-65EFEF95990F}" sibTransId="{3C9D3A5D-779A-4DB3-A212-D4E0E645062A}"/>
    <dgm:cxn modelId="{C5FDC3BE-A9FA-43E2-BAAF-AC6EC942CA0A}" srcId="{CA4C3422-C83A-4071-BA4C-CFF7E240CB63}" destId="{3BE8A8FC-5365-4A32-BD40-108A92508028}" srcOrd="2" destOrd="0" parTransId="{2935A9B0-C8C9-4236-949C-109DDE925834}" sibTransId="{1F50F1D4-CE8A-4811-8081-C86697671496}"/>
    <dgm:cxn modelId="{72E1E7D1-8C53-CC40-9BDE-2B469D29C14B}" type="presOf" srcId="{E2E4AD5A-D8CA-4192-A9ED-A58494EEA53D}" destId="{C7FA660D-DC62-C44C-8126-3621D430BA91}" srcOrd="0" destOrd="0" presId="urn:microsoft.com/office/officeart/2005/8/layout/vList2"/>
    <dgm:cxn modelId="{F22C04F2-3E0D-4993-983F-8D595F2359AA}" srcId="{CA4C3422-C83A-4071-BA4C-CFF7E240CB63}" destId="{02D96688-3C94-481C-9E99-7A82C0053F55}" srcOrd="3" destOrd="0" parTransId="{67CCE129-BCEF-4DD8-90B1-96BD9BC54EF4}" sibTransId="{9691DAD0-D0A5-4F39-8135-4669349EA5F9}"/>
    <dgm:cxn modelId="{265FC69F-9518-5043-B886-0DB37BC80619}" type="presParOf" srcId="{6E41F630-39D2-8048-89C5-6E7DBBEC37A7}" destId="{85F99E69-0E63-F24B-B731-140853E16C4C}" srcOrd="0" destOrd="0" presId="urn:microsoft.com/office/officeart/2005/8/layout/vList2"/>
    <dgm:cxn modelId="{C7EBECF5-DCA2-1A45-BB59-D4D3E7F353BB}" type="presParOf" srcId="{6E41F630-39D2-8048-89C5-6E7DBBEC37A7}" destId="{736FB8FD-84FE-7745-BB82-A670E7BAE184}" srcOrd="1" destOrd="0" presId="urn:microsoft.com/office/officeart/2005/8/layout/vList2"/>
    <dgm:cxn modelId="{88A15A3A-248D-104E-949B-311B374B781E}" type="presParOf" srcId="{6E41F630-39D2-8048-89C5-6E7DBBEC37A7}" destId="{C7FA660D-DC62-C44C-8126-3621D430BA91}" srcOrd="2" destOrd="0" presId="urn:microsoft.com/office/officeart/2005/8/layout/vList2"/>
    <dgm:cxn modelId="{18D53E0F-FC00-4C46-BEA5-D779E90779F4}" type="presParOf" srcId="{6E41F630-39D2-8048-89C5-6E7DBBEC37A7}" destId="{1A23FA37-C068-B849-8B3A-0008DD080538}" srcOrd="3" destOrd="0" presId="urn:microsoft.com/office/officeart/2005/8/layout/vList2"/>
    <dgm:cxn modelId="{3BC8EFC5-7347-4E44-98CF-D519FF128EA1}" type="presParOf" srcId="{6E41F630-39D2-8048-89C5-6E7DBBEC37A7}" destId="{09C02D17-6956-B545-B55C-6557D686B3AD}" srcOrd="4" destOrd="0" presId="urn:microsoft.com/office/officeart/2005/8/layout/vList2"/>
    <dgm:cxn modelId="{050CB999-B833-5840-99E0-850168281799}" type="presParOf" srcId="{6E41F630-39D2-8048-89C5-6E7DBBEC37A7}" destId="{E9317935-B976-FA4D-A29D-B26998F5AF8D}" srcOrd="5" destOrd="0" presId="urn:microsoft.com/office/officeart/2005/8/layout/vList2"/>
    <dgm:cxn modelId="{CA59E0CF-212A-0340-AE65-472EF6FD3609}" type="presParOf" srcId="{6E41F630-39D2-8048-89C5-6E7DBBEC37A7}" destId="{72CFB082-7279-7249-95CD-02AA87A07661}" srcOrd="6" destOrd="0" presId="urn:microsoft.com/office/officeart/2005/8/layout/vList2"/>
    <dgm:cxn modelId="{83F165A9-E0F9-FC4D-A703-939B3D309D8B}" type="presParOf" srcId="{6E41F630-39D2-8048-89C5-6E7DBBEC37A7}" destId="{CF2BABC8-0BF3-DA4B-86A2-03C6C125FE73}" srcOrd="7" destOrd="0" presId="urn:microsoft.com/office/officeart/2005/8/layout/vList2"/>
    <dgm:cxn modelId="{F8CFFE80-6916-8C4B-89E4-1E59E1BC0D32}" type="presParOf" srcId="{6E41F630-39D2-8048-89C5-6E7DBBEC37A7}" destId="{7240A7C5-E38D-7A40-A99A-EC782E5D836E}"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59722D4-CA46-4F20-B6A1-A386E845D5F2}" type="doc">
      <dgm:prSet loTypeId="urn:microsoft.com/office/officeart/2005/8/layout/matrix3" loCatId="matrix" qsTypeId="urn:microsoft.com/office/officeart/2005/8/quickstyle/simple1" qsCatId="simple" csTypeId="urn:microsoft.com/office/officeart/2005/8/colors/accent0_3" csCatId="mainScheme"/>
      <dgm:spPr/>
      <dgm:t>
        <a:bodyPr/>
        <a:lstStyle/>
        <a:p>
          <a:endParaRPr lang="en-US"/>
        </a:p>
      </dgm:t>
    </dgm:pt>
    <dgm:pt modelId="{35E6EEEB-70D9-4351-A77A-BED0BB0586E9}">
      <dgm:prSet/>
      <dgm:spPr/>
      <dgm:t>
        <a:bodyPr/>
        <a:lstStyle/>
        <a:p>
          <a:r>
            <a:rPr lang="en-US" b="0" i="0"/>
            <a:t>&lt;title&gt;: This tag defines the title of the document, which is usually displayed in the title bar or tab of the web browser.</a:t>
          </a:r>
          <a:endParaRPr lang="en-US"/>
        </a:p>
      </dgm:t>
    </dgm:pt>
    <dgm:pt modelId="{3913F664-2B5F-44AA-9467-C0D815E75195}" type="parTrans" cxnId="{F56AEE00-07DD-456C-8507-C275B3198F7A}">
      <dgm:prSet/>
      <dgm:spPr/>
      <dgm:t>
        <a:bodyPr/>
        <a:lstStyle/>
        <a:p>
          <a:endParaRPr lang="en-US"/>
        </a:p>
      </dgm:t>
    </dgm:pt>
    <dgm:pt modelId="{D92AD42B-7E48-4A6D-9A09-C6956FCEEDF3}" type="sibTrans" cxnId="{F56AEE00-07DD-456C-8507-C275B3198F7A}">
      <dgm:prSet/>
      <dgm:spPr/>
      <dgm:t>
        <a:bodyPr/>
        <a:lstStyle/>
        <a:p>
          <a:endParaRPr lang="en-US"/>
        </a:p>
      </dgm:t>
    </dgm:pt>
    <dgm:pt modelId="{A5EE8DED-14CC-4A06-A390-08A48F1F5EF1}">
      <dgm:prSet/>
      <dgm:spPr/>
      <dgm:t>
        <a:bodyPr/>
        <a:lstStyle/>
        <a:p>
          <a:r>
            <a:rPr lang="en-US" b="0" i="0"/>
            <a:t>&lt;link&gt;: This tag is used to link to external resources, such as stylesheets or favicons.</a:t>
          </a:r>
          <a:endParaRPr lang="en-US"/>
        </a:p>
      </dgm:t>
    </dgm:pt>
    <dgm:pt modelId="{DF747F42-D41E-4D48-9254-74891452BEC3}" type="parTrans" cxnId="{BC7333AC-369B-4698-9458-B39D3193DCA2}">
      <dgm:prSet/>
      <dgm:spPr/>
      <dgm:t>
        <a:bodyPr/>
        <a:lstStyle/>
        <a:p>
          <a:endParaRPr lang="en-US"/>
        </a:p>
      </dgm:t>
    </dgm:pt>
    <dgm:pt modelId="{826E28BC-47E9-4D97-9438-4EB29C7916D8}" type="sibTrans" cxnId="{BC7333AC-369B-4698-9458-B39D3193DCA2}">
      <dgm:prSet/>
      <dgm:spPr/>
      <dgm:t>
        <a:bodyPr/>
        <a:lstStyle/>
        <a:p>
          <a:endParaRPr lang="en-US"/>
        </a:p>
      </dgm:t>
    </dgm:pt>
    <dgm:pt modelId="{F4700853-8081-4ADD-84E7-9D3EE493D81B}">
      <dgm:prSet/>
      <dgm:spPr/>
      <dgm:t>
        <a:bodyPr/>
        <a:lstStyle/>
        <a:p>
          <a:r>
            <a:rPr lang="en-US" b="0" i="0"/>
            <a:t>&lt;meta&gt;: This tag is used to provide metadata about the document, such as its author, keywords, and description.</a:t>
          </a:r>
          <a:endParaRPr lang="en-US"/>
        </a:p>
      </dgm:t>
    </dgm:pt>
    <dgm:pt modelId="{00172246-280C-4CCD-B1C8-26DC55606515}" type="parTrans" cxnId="{5653AD08-7453-430C-B4ED-DFC911E9E859}">
      <dgm:prSet/>
      <dgm:spPr/>
      <dgm:t>
        <a:bodyPr/>
        <a:lstStyle/>
        <a:p>
          <a:endParaRPr lang="en-US"/>
        </a:p>
      </dgm:t>
    </dgm:pt>
    <dgm:pt modelId="{A9C4D3AD-52AE-4E0C-9360-CED0CD73A3C3}" type="sibTrans" cxnId="{5653AD08-7453-430C-B4ED-DFC911E9E859}">
      <dgm:prSet/>
      <dgm:spPr/>
      <dgm:t>
        <a:bodyPr/>
        <a:lstStyle/>
        <a:p>
          <a:endParaRPr lang="en-US"/>
        </a:p>
      </dgm:t>
    </dgm:pt>
    <dgm:pt modelId="{177794B4-0B8C-4809-BC0D-954F4E7721ED}">
      <dgm:prSet/>
      <dgm:spPr/>
      <dgm:t>
        <a:bodyPr/>
        <a:lstStyle/>
        <a:p>
          <a:r>
            <a:rPr lang="en-US" b="0" i="0"/>
            <a:t>&lt;style&gt;: This tag is used to define style information for the document, such as fonts and colors.</a:t>
          </a:r>
          <a:endParaRPr lang="en-US"/>
        </a:p>
      </dgm:t>
    </dgm:pt>
    <dgm:pt modelId="{6DC6836A-39CD-47BD-8A0E-B7C5D6F5C781}" type="parTrans" cxnId="{12B08F2C-8BDA-4807-B205-A8E099C1D126}">
      <dgm:prSet/>
      <dgm:spPr/>
      <dgm:t>
        <a:bodyPr/>
        <a:lstStyle/>
        <a:p>
          <a:endParaRPr lang="en-US"/>
        </a:p>
      </dgm:t>
    </dgm:pt>
    <dgm:pt modelId="{35871C94-B2C2-4C9B-8167-B786C71ACCFF}" type="sibTrans" cxnId="{12B08F2C-8BDA-4807-B205-A8E099C1D126}">
      <dgm:prSet/>
      <dgm:spPr/>
      <dgm:t>
        <a:bodyPr/>
        <a:lstStyle/>
        <a:p>
          <a:endParaRPr lang="en-US"/>
        </a:p>
      </dgm:t>
    </dgm:pt>
    <dgm:pt modelId="{CA2A004C-CA9E-0E44-8CE9-28FF301E679F}" type="pres">
      <dgm:prSet presAssocID="{959722D4-CA46-4F20-B6A1-A386E845D5F2}" presName="matrix" presStyleCnt="0">
        <dgm:presLayoutVars>
          <dgm:chMax val="1"/>
          <dgm:dir/>
          <dgm:resizeHandles val="exact"/>
        </dgm:presLayoutVars>
      </dgm:prSet>
      <dgm:spPr/>
    </dgm:pt>
    <dgm:pt modelId="{2B8D7CDF-A59F-EA42-9098-02D30732575F}" type="pres">
      <dgm:prSet presAssocID="{959722D4-CA46-4F20-B6A1-A386E845D5F2}" presName="diamond" presStyleLbl="bgShp" presStyleIdx="0" presStyleCnt="1"/>
      <dgm:spPr/>
    </dgm:pt>
    <dgm:pt modelId="{2E060C09-A2A2-8C40-BFC8-8D104D598D8B}" type="pres">
      <dgm:prSet presAssocID="{959722D4-CA46-4F20-B6A1-A386E845D5F2}" presName="quad1" presStyleLbl="node1" presStyleIdx="0" presStyleCnt="4">
        <dgm:presLayoutVars>
          <dgm:chMax val="0"/>
          <dgm:chPref val="0"/>
          <dgm:bulletEnabled val="1"/>
        </dgm:presLayoutVars>
      </dgm:prSet>
      <dgm:spPr/>
    </dgm:pt>
    <dgm:pt modelId="{AFCD88F1-0C95-7442-A522-A0D87E1EA090}" type="pres">
      <dgm:prSet presAssocID="{959722D4-CA46-4F20-B6A1-A386E845D5F2}" presName="quad2" presStyleLbl="node1" presStyleIdx="1" presStyleCnt="4">
        <dgm:presLayoutVars>
          <dgm:chMax val="0"/>
          <dgm:chPref val="0"/>
          <dgm:bulletEnabled val="1"/>
        </dgm:presLayoutVars>
      </dgm:prSet>
      <dgm:spPr/>
    </dgm:pt>
    <dgm:pt modelId="{07FCEF3E-497F-0842-959C-22179BA69653}" type="pres">
      <dgm:prSet presAssocID="{959722D4-CA46-4F20-B6A1-A386E845D5F2}" presName="quad3" presStyleLbl="node1" presStyleIdx="2" presStyleCnt="4">
        <dgm:presLayoutVars>
          <dgm:chMax val="0"/>
          <dgm:chPref val="0"/>
          <dgm:bulletEnabled val="1"/>
        </dgm:presLayoutVars>
      </dgm:prSet>
      <dgm:spPr/>
    </dgm:pt>
    <dgm:pt modelId="{01AC7B5B-4282-D44A-B10C-0FDBFA352AC1}" type="pres">
      <dgm:prSet presAssocID="{959722D4-CA46-4F20-B6A1-A386E845D5F2}" presName="quad4" presStyleLbl="node1" presStyleIdx="3" presStyleCnt="4">
        <dgm:presLayoutVars>
          <dgm:chMax val="0"/>
          <dgm:chPref val="0"/>
          <dgm:bulletEnabled val="1"/>
        </dgm:presLayoutVars>
      </dgm:prSet>
      <dgm:spPr/>
    </dgm:pt>
  </dgm:ptLst>
  <dgm:cxnLst>
    <dgm:cxn modelId="{F56AEE00-07DD-456C-8507-C275B3198F7A}" srcId="{959722D4-CA46-4F20-B6A1-A386E845D5F2}" destId="{35E6EEEB-70D9-4351-A77A-BED0BB0586E9}" srcOrd="0" destOrd="0" parTransId="{3913F664-2B5F-44AA-9467-C0D815E75195}" sibTransId="{D92AD42B-7E48-4A6D-9A09-C6956FCEEDF3}"/>
    <dgm:cxn modelId="{5653AD08-7453-430C-B4ED-DFC911E9E859}" srcId="{959722D4-CA46-4F20-B6A1-A386E845D5F2}" destId="{F4700853-8081-4ADD-84E7-9D3EE493D81B}" srcOrd="2" destOrd="0" parTransId="{00172246-280C-4CCD-B1C8-26DC55606515}" sibTransId="{A9C4D3AD-52AE-4E0C-9360-CED0CD73A3C3}"/>
    <dgm:cxn modelId="{12B08F2C-8BDA-4807-B205-A8E099C1D126}" srcId="{959722D4-CA46-4F20-B6A1-A386E845D5F2}" destId="{177794B4-0B8C-4809-BC0D-954F4E7721ED}" srcOrd="3" destOrd="0" parTransId="{6DC6836A-39CD-47BD-8A0E-B7C5D6F5C781}" sibTransId="{35871C94-B2C2-4C9B-8167-B786C71ACCFF}"/>
    <dgm:cxn modelId="{49A1997B-716F-8A45-91A7-71E22B96317B}" type="presOf" srcId="{F4700853-8081-4ADD-84E7-9D3EE493D81B}" destId="{07FCEF3E-497F-0842-959C-22179BA69653}" srcOrd="0" destOrd="0" presId="urn:microsoft.com/office/officeart/2005/8/layout/matrix3"/>
    <dgm:cxn modelId="{BC7333AC-369B-4698-9458-B39D3193DCA2}" srcId="{959722D4-CA46-4F20-B6A1-A386E845D5F2}" destId="{A5EE8DED-14CC-4A06-A390-08A48F1F5EF1}" srcOrd="1" destOrd="0" parTransId="{DF747F42-D41E-4D48-9254-74891452BEC3}" sibTransId="{826E28BC-47E9-4D97-9438-4EB29C7916D8}"/>
    <dgm:cxn modelId="{0C2CBBB8-829A-B442-90DA-24C00BD6F06F}" type="presOf" srcId="{A5EE8DED-14CC-4A06-A390-08A48F1F5EF1}" destId="{AFCD88F1-0C95-7442-A522-A0D87E1EA090}" srcOrd="0" destOrd="0" presId="urn:microsoft.com/office/officeart/2005/8/layout/matrix3"/>
    <dgm:cxn modelId="{C0A14AD4-4BF1-D746-B430-AE9E2BA71959}" type="presOf" srcId="{177794B4-0B8C-4809-BC0D-954F4E7721ED}" destId="{01AC7B5B-4282-D44A-B10C-0FDBFA352AC1}" srcOrd="0" destOrd="0" presId="urn:microsoft.com/office/officeart/2005/8/layout/matrix3"/>
    <dgm:cxn modelId="{06E5DEF0-DAC6-574A-992C-AAEB728B7F01}" type="presOf" srcId="{959722D4-CA46-4F20-B6A1-A386E845D5F2}" destId="{CA2A004C-CA9E-0E44-8CE9-28FF301E679F}" srcOrd="0" destOrd="0" presId="urn:microsoft.com/office/officeart/2005/8/layout/matrix3"/>
    <dgm:cxn modelId="{672F2CF9-C94F-1649-B1A3-C460A88C8179}" type="presOf" srcId="{35E6EEEB-70D9-4351-A77A-BED0BB0586E9}" destId="{2E060C09-A2A2-8C40-BFC8-8D104D598D8B}" srcOrd="0" destOrd="0" presId="urn:microsoft.com/office/officeart/2005/8/layout/matrix3"/>
    <dgm:cxn modelId="{5050D982-6943-6C48-9879-CFF1E04E2826}" type="presParOf" srcId="{CA2A004C-CA9E-0E44-8CE9-28FF301E679F}" destId="{2B8D7CDF-A59F-EA42-9098-02D30732575F}" srcOrd="0" destOrd="0" presId="urn:microsoft.com/office/officeart/2005/8/layout/matrix3"/>
    <dgm:cxn modelId="{BF9B4EDF-A501-A04D-9619-499E77445F0B}" type="presParOf" srcId="{CA2A004C-CA9E-0E44-8CE9-28FF301E679F}" destId="{2E060C09-A2A2-8C40-BFC8-8D104D598D8B}" srcOrd="1" destOrd="0" presId="urn:microsoft.com/office/officeart/2005/8/layout/matrix3"/>
    <dgm:cxn modelId="{826304FA-27FD-FD4E-9C34-944E3B9A9884}" type="presParOf" srcId="{CA2A004C-CA9E-0E44-8CE9-28FF301E679F}" destId="{AFCD88F1-0C95-7442-A522-A0D87E1EA090}" srcOrd="2" destOrd="0" presId="urn:microsoft.com/office/officeart/2005/8/layout/matrix3"/>
    <dgm:cxn modelId="{DA386143-B68F-3F41-8C63-4FD2B280BBF0}" type="presParOf" srcId="{CA2A004C-CA9E-0E44-8CE9-28FF301E679F}" destId="{07FCEF3E-497F-0842-959C-22179BA69653}" srcOrd="3" destOrd="0" presId="urn:microsoft.com/office/officeart/2005/8/layout/matrix3"/>
    <dgm:cxn modelId="{68D961C3-2A45-1347-825A-CD58E50240EC}" type="presParOf" srcId="{CA2A004C-CA9E-0E44-8CE9-28FF301E679F}" destId="{01AC7B5B-4282-D44A-B10C-0FDBFA352AC1}"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3C2E221-B0DD-48E2-A07A-029DB6776FE3}" type="doc">
      <dgm:prSet loTypeId="urn:microsoft.com/office/officeart/2005/8/layout/vList2" loCatId="list" qsTypeId="urn:microsoft.com/office/officeart/2005/8/quickstyle/simple5" qsCatId="simple" csTypeId="urn:microsoft.com/office/officeart/2005/8/colors/colorful5" csCatId="colorful" phldr="1"/>
      <dgm:spPr/>
      <dgm:t>
        <a:bodyPr/>
        <a:lstStyle/>
        <a:p>
          <a:endParaRPr lang="en-US"/>
        </a:p>
      </dgm:t>
    </dgm:pt>
    <dgm:pt modelId="{9C56ED2D-6971-474E-A54D-4034F250AF98}">
      <dgm:prSet/>
      <dgm:spPr/>
      <dgm:t>
        <a:bodyPr/>
        <a:lstStyle/>
        <a:p>
          <a:r>
            <a:rPr lang="en-US" b="0" i="0"/>
            <a:t>background-repeat: Controls how the background image is repeated. Accepts the following values:</a:t>
          </a:r>
          <a:endParaRPr lang="en-US"/>
        </a:p>
      </dgm:t>
    </dgm:pt>
    <dgm:pt modelId="{C0CA4E8B-88C1-47A4-93F5-D49546C8CEB7}" type="parTrans" cxnId="{74C7136B-8085-4B4F-9EC0-0EC249E283E6}">
      <dgm:prSet/>
      <dgm:spPr/>
      <dgm:t>
        <a:bodyPr/>
        <a:lstStyle/>
        <a:p>
          <a:endParaRPr lang="en-US"/>
        </a:p>
      </dgm:t>
    </dgm:pt>
    <dgm:pt modelId="{7D941ADF-C1A2-4282-8DEC-5EAAA1AD9BF9}" type="sibTrans" cxnId="{74C7136B-8085-4B4F-9EC0-0EC249E283E6}">
      <dgm:prSet/>
      <dgm:spPr/>
      <dgm:t>
        <a:bodyPr/>
        <a:lstStyle/>
        <a:p>
          <a:endParaRPr lang="en-US"/>
        </a:p>
      </dgm:t>
    </dgm:pt>
    <dgm:pt modelId="{1043CCD5-9A26-46E5-BFF2-6298FD832F20}">
      <dgm:prSet/>
      <dgm:spPr/>
      <dgm:t>
        <a:bodyPr/>
        <a:lstStyle/>
        <a:p>
          <a:r>
            <a:rPr lang="en-US" b="0" i="0" dirty="0"/>
            <a:t>repeat-x: The image is repeated horizontally.</a:t>
          </a:r>
          <a:endParaRPr lang="en-US" dirty="0"/>
        </a:p>
      </dgm:t>
    </dgm:pt>
    <dgm:pt modelId="{7F98870A-E634-47AD-AC3E-4EA48B785A1B}" type="parTrans" cxnId="{5C09FB92-4E4C-48A3-9285-91D7384F20A6}">
      <dgm:prSet/>
      <dgm:spPr/>
      <dgm:t>
        <a:bodyPr/>
        <a:lstStyle/>
        <a:p>
          <a:endParaRPr lang="en-US"/>
        </a:p>
      </dgm:t>
    </dgm:pt>
    <dgm:pt modelId="{D7346F6B-5154-4CFB-9E5D-36BB93A2AA88}" type="sibTrans" cxnId="{5C09FB92-4E4C-48A3-9285-91D7384F20A6}">
      <dgm:prSet/>
      <dgm:spPr/>
      <dgm:t>
        <a:bodyPr/>
        <a:lstStyle/>
        <a:p>
          <a:endParaRPr lang="en-US"/>
        </a:p>
      </dgm:t>
    </dgm:pt>
    <dgm:pt modelId="{D12737E0-563A-46F8-858D-B7573CC4E2A9}">
      <dgm:prSet/>
      <dgm:spPr/>
      <dgm:t>
        <a:bodyPr/>
        <a:lstStyle/>
        <a:p>
          <a:r>
            <a:rPr lang="en-US" b="0" i="0"/>
            <a:t>repeat-y: The image is repeated vertically.</a:t>
          </a:r>
          <a:endParaRPr lang="en-US"/>
        </a:p>
      </dgm:t>
    </dgm:pt>
    <dgm:pt modelId="{267DCE83-CF36-4783-A48C-D9D882046484}" type="parTrans" cxnId="{D8C59BC7-ECC2-4A9E-A6B1-98E87F4F8EF0}">
      <dgm:prSet/>
      <dgm:spPr/>
      <dgm:t>
        <a:bodyPr/>
        <a:lstStyle/>
        <a:p>
          <a:endParaRPr lang="en-US"/>
        </a:p>
      </dgm:t>
    </dgm:pt>
    <dgm:pt modelId="{27D257B4-5CF0-4D95-90D1-5A2E09E0D01D}" type="sibTrans" cxnId="{D8C59BC7-ECC2-4A9E-A6B1-98E87F4F8EF0}">
      <dgm:prSet/>
      <dgm:spPr/>
      <dgm:t>
        <a:bodyPr/>
        <a:lstStyle/>
        <a:p>
          <a:endParaRPr lang="en-US"/>
        </a:p>
      </dgm:t>
    </dgm:pt>
    <dgm:pt modelId="{F7602EC7-B4D6-45F9-89CC-9BC8ED2E4DF1}">
      <dgm:prSet/>
      <dgm:spPr/>
      <dgm:t>
        <a:bodyPr/>
        <a:lstStyle/>
        <a:p>
          <a:r>
            <a:rPr lang="en-US" b="0" i="0"/>
            <a:t>no-repeat: The image is not repeated</a:t>
          </a:r>
          <a:endParaRPr lang="en-US"/>
        </a:p>
      </dgm:t>
    </dgm:pt>
    <dgm:pt modelId="{05292E84-9F41-41DB-888A-BE91D1A05BFB}" type="parTrans" cxnId="{00231A77-E7AA-42F3-BA41-835CCFE1FB7D}">
      <dgm:prSet/>
      <dgm:spPr/>
      <dgm:t>
        <a:bodyPr/>
        <a:lstStyle/>
        <a:p>
          <a:endParaRPr lang="en-US"/>
        </a:p>
      </dgm:t>
    </dgm:pt>
    <dgm:pt modelId="{5FED28A6-6CA2-4C65-9570-EF67016BA52C}" type="sibTrans" cxnId="{00231A77-E7AA-42F3-BA41-835CCFE1FB7D}">
      <dgm:prSet/>
      <dgm:spPr/>
      <dgm:t>
        <a:bodyPr/>
        <a:lstStyle/>
        <a:p>
          <a:endParaRPr lang="en-US"/>
        </a:p>
      </dgm:t>
    </dgm:pt>
    <dgm:pt modelId="{DC26A71E-7788-C340-A3C5-4ED2193F72E0}">
      <dgm:prSet/>
      <dgm:spPr/>
      <dgm:t>
        <a:bodyPr/>
        <a:lstStyle/>
        <a:p>
          <a:pPr rtl="0"/>
          <a:r>
            <a:rPr lang="en-US" dirty="0"/>
            <a:t>Repeat: The image is repeated both horizontally and vertically</a:t>
          </a:r>
        </a:p>
      </dgm:t>
    </dgm:pt>
    <dgm:pt modelId="{B4E56EC8-B2B7-154C-9E8F-CA6F06A5E27C}" type="parTrans" cxnId="{43263597-737E-AC44-9141-5B9E7AEE24CA}">
      <dgm:prSet/>
      <dgm:spPr/>
    </dgm:pt>
    <dgm:pt modelId="{7B429FBF-9275-FB40-A55E-1814137C7E4E}" type="sibTrans" cxnId="{43263597-737E-AC44-9141-5B9E7AEE24CA}">
      <dgm:prSet/>
      <dgm:spPr/>
    </dgm:pt>
    <dgm:pt modelId="{049D3601-5743-3841-BD6F-488F70AEFF28}" type="pres">
      <dgm:prSet presAssocID="{B3C2E221-B0DD-48E2-A07A-029DB6776FE3}" presName="linear" presStyleCnt="0">
        <dgm:presLayoutVars>
          <dgm:animLvl val="lvl"/>
          <dgm:resizeHandles val="exact"/>
        </dgm:presLayoutVars>
      </dgm:prSet>
      <dgm:spPr/>
    </dgm:pt>
    <dgm:pt modelId="{564EAC62-A688-B04B-ADF7-C8C03ED01B74}" type="pres">
      <dgm:prSet presAssocID="{9C56ED2D-6971-474E-A54D-4034F250AF98}" presName="parentText" presStyleLbl="node1" presStyleIdx="0" presStyleCnt="5">
        <dgm:presLayoutVars>
          <dgm:chMax val="0"/>
          <dgm:bulletEnabled val="1"/>
        </dgm:presLayoutVars>
      </dgm:prSet>
      <dgm:spPr/>
    </dgm:pt>
    <dgm:pt modelId="{60502E61-F205-E647-9A89-27374A2BD8FB}" type="pres">
      <dgm:prSet presAssocID="{7D941ADF-C1A2-4282-8DEC-5EAAA1AD9BF9}" presName="spacer" presStyleCnt="0"/>
      <dgm:spPr/>
    </dgm:pt>
    <dgm:pt modelId="{6B8D9B59-3E0C-F643-BE9B-23BCED3DE934}" type="pres">
      <dgm:prSet presAssocID="{DC26A71E-7788-C340-A3C5-4ED2193F72E0}" presName="parentText" presStyleLbl="node1" presStyleIdx="1" presStyleCnt="5">
        <dgm:presLayoutVars>
          <dgm:chMax val="0"/>
          <dgm:bulletEnabled val="1"/>
        </dgm:presLayoutVars>
      </dgm:prSet>
      <dgm:spPr/>
    </dgm:pt>
    <dgm:pt modelId="{36CFEE88-CA99-E547-A7BE-1A0571774B56}" type="pres">
      <dgm:prSet presAssocID="{7B429FBF-9275-FB40-A55E-1814137C7E4E}" presName="spacer" presStyleCnt="0"/>
      <dgm:spPr/>
    </dgm:pt>
    <dgm:pt modelId="{28708610-ABDB-8740-909C-08C8F0FD8C5A}" type="pres">
      <dgm:prSet presAssocID="{1043CCD5-9A26-46E5-BFF2-6298FD832F20}" presName="parentText" presStyleLbl="node1" presStyleIdx="2" presStyleCnt="5">
        <dgm:presLayoutVars>
          <dgm:chMax val="0"/>
          <dgm:bulletEnabled val="1"/>
        </dgm:presLayoutVars>
      </dgm:prSet>
      <dgm:spPr/>
    </dgm:pt>
    <dgm:pt modelId="{81962779-7B9F-5D4F-8582-E1AD986494AD}" type="pres">
      <dgm:prSet presAssocID="{D7346F6B-5154-4CFB-9E5D-36BB93A2AA88}" presName="spacer" presStyleCnt="0"/>
      <dgm:spPr/>
    </dgm:pt>
    <dgm:pt modelId="{F833BBC7-E16D-2C4D-8E04-B75634A6B2F7}" type="pres">
      <dgm:prSet presAssocID="{D12737E0-563A-46F8-858D-B7573CC4E2A9}" presName="parentText" presStyleLbl="node1" presStyleIdx="3" presStyleCnt="5">
        <dgm:presLayoutVars>
          <dgm:chMax val="0"/>
          <dgm:bulletEnabled val="1"/>
        </dgm:presLayoutVars>
      </dgm:prSet>
      <dgm:spPr/>
    </dgm:pt>
    <dgm:pt modelId="{52D5D7D7-3FDA-5047-90C2-2F40F9CB520C}" type="pres">
      <dgm:prSet presAssocID="{27D257B4-5CF0-4D95-90D1-5A2E09E0D01D}" presName="spacer" presStyleCnt="0"/>
      <dgm:spPr/>
    </dgm:pt>
    <dgm:pt modelId="{86FBF6A1-3EA5-2540-ADD9-696218F6C34B}" type="pres">
      <dgm:prSet presAssocID="{F7602EC7-B4D6-45F9-89CC-9BC8ED2E4DF1}" presName="parentText" presStyleLbl="node1" presStyleIdx="4" presStyleCnt="5">
        <dgm:presLayoutVars>
          <dgm:chMax val="0"/>
          <dgm:bulletEnabled val="1"/>
        </dgm:presLayoutVars>
      </dgm:prSet>
      <dgm:spPr/>
    </dgm:pt>
  </dgm:ptLst>
  <dgm:cxnLst>
    <dgm:cxn modelId="{800E7B3D-A4B4-3841-9531-879FBED9F339}" type="presOf" srcId="{1043CCD5-9A26-46E5-BFF2-6298FD832F20}" destId="{28708610-ABDB-8740-909C-08C8F0FD8C5A}" srcOrd="0" destOrd="0" presId="urn:microsoft.com/office/officeart/2005/8/layout/vList2"/>
    <dgm:cxn modelId="{74C7136B-8085-4B4F-9EC0-0EC249E283E6}" srcId="{B3C2E221-B0DD-48E2-A07A-029DB6776FE3}" destId="{9C56ED2D-6971-474E-A54D-4034F250AF98}" srcOrd="0" destOrd="0" parTransId="{C0CA4E8B-88C1-47A4-93F5-D49546C8CEB7}" sibTransId="{7D941ADF-C1A2-4282-8DEC-5EAAA1AD9BF9}"/>
    <dgm:cxn modelId="{23A3CB74-971C-EB48-8EA8-83F0CB990BF5}" type="presOf" srcId="{9C56ED2D-6971-474E-A54D-4034F250AF98}" destId="{564EAC62-A688-B04B-ADF7-C8C03ED01B74}" srcOrd="0" destOrd="0" presId="urn:microsoft.com/office/officeart/2005/8/layout/vList2"/>
    <dgm:cxn modelId="{00231A77-E7AA-42F3-BA41-835CCFE1FB7D}" srcId="{B3C2E221-B0DD-48E2-A07A-029DB6776FE3}" destId="{F7602EC7-B4D6-45F9-89CC-9BC8ED2E4DF1}" srcOrd="4" destOrd="0" parTransId="{05292E84-9F41-41DB-888A-BE91D1A05BFB}" sibTransId="{5FED28A6-6CA2-4C65-9570-EF67016BA52C}"/>
    <dgm:cxn modelId="{F776F180-11E8-C041-8A77-238EC8959DE4}" type="presOf" srcId="{B3C2E221-B0DD-48E2-A07A-029DB6776FE3}" destId="{049D3601-5743-3841-BD6F-488F70AEFF28}" srcOrd="0" destOrd="0" presId="urn:microsoft.com/office/officeart/2005/8/layout/vList2"/>
    <dgm:cxn modelId="{906CFB89-BF0A-3A46-A6DE-3FD54D08A4C4}" type="presOf" srcId="{DC26A71E-7788-C340-A3C5-4ED2193F72E0}" destId="{6B8D9B59-3E0C-F643-BE9B-23BCED3DE934}" srcOrd="0" destOrd="0" presId="urn:microsoft.com/office/officeart/2005/8/layout/vList2"/>
    <dgm:cxn modelId="{5C09FB92-4E4C-48A3-9285-91D7384F20A6}" srcId="{B3C2E221-B0DD-48E2-A07A-029DB6776FE3}" destId="{1043CCD5-9A26-46E5-BFF2-6298FD832F20}" srcOrd="2" destOrd="0" parTransId="{7F98870A-E634-47AD-AC3E-4EA48B785A1B}" sibTransId="{D7346F6B-5154-4CFB-9E5D-36BB93A2AA88}"/>
    <dgm:cxn modelId="{43263597-737E-AC44-9141-5B9E7AEE24CA}" srcId="{B3C2E221-B0DD-48E2-A07A-029DB6776FE3}" destId="{DC26A71E-7788-C340-A3C5-4ED2193F72E0}" srcOrd="1" destOrd="0" parTransId="{B4E56EC8-B2B7-154C-9E8F-CA6F06A5E27C}" sibTransId="{7B429FBF-9275-FB40-A55E-1814137C7E4E}"/>
    <dgm:cxn modelId="{C42BFAA6-903B-5F49-AADD-A370F28C31C6}" type="presOf" srcId="{D12737E0-563A-46F8-858D-B7573CC4E2A9}" destId="{F833BBC7-E16D-2C4D-8E04-B75634A6B2F7}" srcOrd="0" destOrd="0" presId="urn:microsoft.com/office/officeart/2005/8/layout/vList2"/>
    <dgm:cxn modelId="{D8C59BC7-ECC2-4A9E-A6B1-98E87F4F8EF0}" srcId="{B3C2E221-B0DD-48E2-A07A-029DB6776FE3}" destId="{D12737E0-563A-46F8-858D-B7573CC4E2A9}" srcOrd="3" destOrd="0" parTransId="{267DCE83-CF36-4783-A48C-D9D882046484}" sibTransId="{27D257B4-5CF0-4D95-90D1-5A2E09E0D01D}"/>
    <dgm:cxn modelId="{CA48CEDD-8BAC-894B-BCF2-BDE226EA9505}" type="presOf" srcId="{F7602EC7-B4D6-45F9-89CC-9BC8ED2E4DF1}" destId="{86FBF6A1-3EA5-2540-ADD9-696218F6C34B}" srcOrd="0" destOrd="0" presId="urn:microsoft.com/office/officeart/2005/8/layout/vList2"/>
    <dgm:cxn modelId="{FF4E4929-1186-8C4E-84E5-5301F53EF85C}" type="presParOf" srcId="{049D3601-5743-3841-BD6F-488F70AEFF28}" destId="{564EAC62-A688-B04B-ADF7-C8C03ED01B74}" srcOrd="0" destOrd="0" presId="urn:microsoft.com/office/officeart/2005/8/layout/vList2"/>
    <dgm:cxn modelId="{975DE3AB-06BD-9A46-8E86-9CCB1B9C9D3A}" type="presParOf" srcId="{049D3601-5743-3841-BD6F-488F70AEFF28}" destId="{60502E61-F205-E647-9A89-27374A2BD8FB}" srcOrd="1" destOrd="0" presId="urn:microsoft.com/office/officeart/2005/8/layout/vList2"/>
    <dgm:cxn modelId="{67827FED-7F82-044B-B2F4-EE69EAAF425A}" type="presParOf" srcId="{049D3601-5743-3841-BD6F-488F70AEFF28}" destId="{6B8D9B59-3E0C-F643-BE9B-23BCED3DE934}" srcOrd="2" destOrd="0" presId="urn:microsoft.com/office/officeart/2005/8/layout/vList2"/>
    <dgm:cxn modelId="{6AC572D0-DED1-9C43-BACA-0D0EB86BED31}" type="presParOf" srcId="{049D3601-5743-3841-BD6F-488F70AEFF28}" destId="{36CFEE88-CA99-E547-A7BE-1A0571774B56}" srcOrd="3" destOrd="0" presId="urn:microsoft.com/office/officeart/2005/8/layout/vList2"/>
    <dgm:cxn modelId="{0CD77967-DAF8-BC49-9EAB-ED3E07570AAC}" type="presParOf" srcId="{049D3601-5743-3841-BD6F-488F70AEFF28}" destId="{28708610-ABDB-8740-909C-08C8F0FD8C5A}" srcOrd="4" destOrd="0" presId="urn:microsoft.com/office/officeart/2005/8/layout/vList2"/>
    <dgm:cxn modelId="{C5314AD1-6D21-7E42-BAFE-ECDE61BD4CDF}" type="presParOf" srcId="{049D3601-5743-3841-BD6F-488F70AEFF28}" destId="{81962779-7B9F-5D4F-8582-E1AD986494AD}" srcOrd="5" destOrd="0" presId="urn:microsoft.com/office/officeart/2005/8/layout/vList2"/>
    <dgm:cxn modelId="{679EBB43-B107-4444-B5F5-5756B414475B}" type="presParOf" srcId="{049D3601-5743-3841-BD6F-488F70AEFF28}" destId="{F833BBC7-E16D-2C4D-8E04-B75634A6B2F7}" srcOrd="6" destOrd="0" presId="urn:microsoft.com/office/officeart/2005/8/layout/vList2"/>
    <dgm:cxn modelId="{66EB84D9-E73C-A541-96DC-937C723447F4}" type="presParOf" srcId="{049D3601-5743-3841-BD6F-488F70AEFF28}" destId="{52D5D7D7-3FDA-5047-90C2-2F40F9CB520C}" srcOrd="7" destOrd="0" presId="urn:microsoft.com/office/officeart/2005/8/layout/vList2"/>
    <dgm:cxn modelId="{D3C0DDBE-A631-264B-BEEA-78CD6A650F5A}" type="presParOf" srcId="{049D3601-5743-3841-BD6F-488F70AEFF28}" destId="{86FBF6A1-3EA5-2540-ADD9-696218F6C34B}"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9274FBF-DB46-4A63-8D65-85B9290CD167}"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47868CC0-8A6B-4156-8724-1FE82DF14D6E}">
      <dgm:prSet/>
      <dgm:spPr/>
      <dgm:t>
        <a:bodyPr/>
        <a:lstStyle/>
        <a:p>
          <a:r>
            <a:rPr lang="en-US"/>
            <a:t>In CSS, the box model is a set of rules that define how elements are displayed on the web page. It includes the element's content, padding, border, and margin.</a:t>
          </a:r>
        </a:p>
      </dgm:t>
    </dgm:pt>
    <dgm:pt modelId="{AA4545CB-87FA-4BF2-9260-8B05F2224CA2}" type="parTrans" cxnId="{B54E5480-2FE4-42F9-A25E-91BB3FCA099B}">
      <dgm:prSet/>
      <dgm:spPr/>
      <dgm:t>
        <a:bodyPr/>
        <a:lstStyle/>
        <a:p>
          <a:endParaRPr lang="en-US"/>
        </a:p>
      </dgm:t>
    </dgm:pt>
    <dgm:pt modelId="{76055C8E-6821-4AA5-8505-4E2309CA372A}" type="sibTrans" cxnId="{B54E5480-2FE4-42F9-A25E-91BB3FCA099B}">
      <dgm:prSet/>
      <dgm:spPr/>
      <dgm:t>
        <a:bodyPr/>
        <a:lstStyle/>
        <a:p>
          <a:endParaRPr lang="en-US"/>
        </a:p>
      </dgm:t>
    </dgm:pt>
    <dgm:pt modelId="{BB0F86CD-C57D-48AC-AEC1-1B4379F8BDC4}">
      <dgm:prSet/>
      <dgm:spPr/>
      <dgm:t>
        <a:bodyPr/>
        <a:lstStyle/>
        <a:p>
          <a:r>
            <a:rPr lang="en-US"/>
            <a:t>The content of an element is the element's innermost part, where you put your text, images, or other content.</a:t>
          </a:r>
        </a:p>
      </dgm:t>
    </dgm:pt>
    <dgm:pt modelId="{43441596-9360-4E8B-9537-3D841956AF5D}" type="parTrans" cxnId="{FC031AC9-7D2D-4B46-A1C5-5EB963254EE2}">
      <dgm:prSet/>
      <dgm:spPr/>
      <dgm:t>
        <a:bodyPr/>
        <a:lstStyle/>
        <a:p>
          <a:endParaRPr lang="en-US"/>
        </a:p>
      </dgm:t>
    </dgm:pt>
    <dgm:pt modelId="{00C8014C-DA4D-41B0-A0C0-22F71A08769F}" type="sibTrans" cxnId="{FC031AC9-7D2D-4B46-A1C5-5EB963254EE2}">
      <dgm:prSet/>
      <dgm:spPr/>
      <dgm:t>
        <a:bodyPr/>
        <a:lstStyle/>
        <a:p>
          <a:endParaRPr lang="en-US"/>
        </a:p>
      </dgm:t>
    </dgm:pt>
    <dgm:pt modelId="{9C314CDB-793F-478E-8BFA-CDC57A2779F4}">
      <dgm:prSet/>
      <dgm:spPr/>
      <dgm:t>
        <a:bodyPr/>
        <a:lstStyle/>
        <a:p>
          <a:r>
            <a:rPr lang="en-US"/>
            <a:t>The padding is the space between the content and the border. The padding is transparent, so you can see the element's background color or image through it.</a:t>
          </a:r>
        </a:p>
      </dgm:t>
    </dgm:pt>
    <dgm:pt modelId="{C8D5B940-DF84-40D9-9CA2-D07DAEBCF972}" type="parTrans" cxnId="{D592A3B5-08A3-40DA-916C-CC752672EFF5}">
      <dgm:prSet/>
      <dgm:spPr/>
      <dgm:t>
        <a:bodyPr/>
        <a:lstStyle/>
        <a:p>
          <a:endParaRPr lang="en-US"/>
        </a:p>
      </dgm:t>
    </dgm:pt>
    <dgm:pt modelId="{72E477C7-0760-4C2A-AF4D-795E849B1E03}" type="sibTrans" cxnId="{D592A3B5-08A3-40DA-916C-CC752672EFF5}">
      <dgm:prSet/>
      <dgm:spPr/>
      <dgm:t>
        <a:bodyPr/>
        <a:lstStyle/>
        <a:p>
          <a:endParaRPr lang="en-US"/>
        </a:p>
      </dgm:t>
    </dgm:pt>
    <dgm:pt modelId="{C550E811-DBFD-4A29-ABC9-88F3B453D61A}">
      <dgm:prSet/>
      <dgm:spPr/>
      <dgm:t>
        <a:bodyPr/>
        <a:lstStyle/>
        <a:p>
          <a:r>
            <a:rPr lang="en-US"/>
            <a:t>The border is a line that goes around the element's padding and content. The border can have a color, style, and width.</a:t>
          </a:r>
        </a:p>
      </dgm:t>
    </dgm:pt>
    <dgm:pt modelId="{5F666737-5133-4FD8-B5BD-3BD46BC20384}" type="parTrans" cxnId="{25B648A2-6E67-4F23-AA73-77DE70DF4403}">
      <dgm:prSet/>
      <dgm:spPr/>
      <dgm:t>
        <a:bodyPr/>
        <a:lstStyle/>
        <a:p>
          <a:endParaRPr lang="en-US"/>
        </a:p>
      </dgm:t>
    </dgm:pt>
    <dgm:pt modelId="{760E2890-88D8-4F2C-AD22-DF48D21FA324}" type="sibTrans" cxnId="{25B648A2-6E67-4F23-AA73-77DE70DF4403}">
      <dgm:prSet/>
      <dgm:spPr/>
      <dgm:t>
        <a:bodyPr/>
        <a:lstStyle/>
        <a:p>
          <a:endParaRPr lang="en-US"/>
        </a:p>
      </dgm:t>
    </dgm:pt>
    <dgm:pt modelId="{0BE12427-249B-4B8F-8C05-4DA84CBEC959}">
      <dgm:prSet/>
      <dgm:spPr/>
      <dgm:t>
        <a:bodyPr/>
        <a:lstStyle/>
        <a:p>
          <a:r>
            <a:rPr lang="en-US"/>
            <a:t>The margin is the space outside the border, between the border of the element and the other elements around it. The margin is also transparent.</a:t>
          </a:r>
        </a:p>
      </dgm:t>
    </dgm:pt>
    <dgm:pt modelId="{2DABEFD4-AAC2-4F60-AE36-F6DA7917306F}" type="parTrans" cxnId="{17513860-6FB0-4C7F-B0BA-E738A6CF0831}">
      <dgm:prSet/>
      <dgm:spPr/>
      <dgm:t>
        <a:bodyPr/>
        <a:lstStyle/>
        <a:p>
          <a:endParaRPr lang="en-US"/>
        </a:p>
      </dgm:t>
    </dgm:pt>
    <dgm:pt modelId="{D001E431-792A-4C84-A983-4EC44DCD765E}" type="sibTrans" cxnId="{17513860-6FB0-4C7F-B0BA-E738A6CF0831}">
      <dgm:prSet/>
      <dgm:spPr/>
      <dgm:t>
        <a:bodyPr/>
        <a:lstStyle/>
        <a:p>
          <a:endParaRPr lang="en-US"/>
        </a:p>
      </dgm:t>
    </dgm:pt>
    <dgm:pt modelId="{378576FF-711A-234A-B9D0-E3A48C3E6E9F}" type="pres">
      <dgm:prSet presAssocID="{E9274FBF-DB46-4A63-8D65-85B9290CD167}" presName="linear" presStyleCnt="0">
        <dgm:presLayoutVars>
          <dgm:animLvl val="lvl"/>
          <dgm:resizeHandles val="exact"/>
        </dgm:presLayoutVars>
      </dgm:prSet>
      <dgm:spPr/>
    </dgm:pt>
    <dgm:pt modelId="{46C4A53E-B25B-0F41-96E7-066B9599EF50}" type="pres">
      <dgm:prSet presAssocID="{47868CC0-8A6B-4156-8724-1FE82DF14D6E}" presName="parentText" presStyleLbl="node1" presStyleIdx="0" presStyleCnt="5">
        <dgm:presLayoutVars>
          <dgm:chMax val="0"/>
          <dgm:bulletEnabled val="1"/>
        </dgm:presLayoutVars>
      </dgm:prSet>
      <dgm:spPr/>
    </dgm:pt>
    <dgm:pt modelId="{A6F6E102-640D-9C46-9FAE-3EBB94C58B16}" type="pres">
      <dgm:prSet presAssocID="{76055C8E-6821-4AA5-8505-4E2309CA372A}" presName="spacer" presStyleCnt="0"/>
      <dgm:spPr/>
    </dgm:pt>
    <dgm:pt modelId="{F2016CCE-4F4C-FC4E-998E-F2F00BCE0757}" type="pres">
      <dgm:prSet presAssocID="{BB0F86CD-C57D-48AC-AEC1-1B4379F8BDC4}" presName="parentText" presStyleLbl="node1" presStyleIdx="1" presStyleCnt="5">
        <dgm:presLayoutVars>
          <dgm:chMax val="0"/>
          <dgm:bulletEnabled val="1"/>
        </dgm:presLayoutVars>
      </dgm:prSet>
      <dgm:spPr/>
    </dgm:pt>
    <dgm:pt modelId="{E9A7E5EF-0632-8343-9FD4-4ACB72962693}" type="pres">
      <dgm:prSet presAssocID="{00C8014C-DA4D-41B0-A0C0-22F71A08769F}" presName="spacer" presStyleCnt="0"/>
      <dgm:spPr/>
    </dgm:pt>
    <dgm:pt modelId="{7436C7E5-DC43-BE4F-A51A-9DB9E23C2CEA}" type="pres">
      <dgm:prSet presAssocID="{9C314CDB-793F-478E-8BFA-CDC57A2779F4}" presName="parentText" presStyleLbl="node1" presStyleIdx="2" presStyleCnt="5">
        <dgm:presLayoutVars>
          <dgm:chMax val="0"/>
          <dgm:bulletEnabled val="1"/>
        </dgm:presLayoutVars>
      </dgm:prSet>
      <dgm:spPr/>
    </dgm:pt>
    <dgm:pt modelId="{3B92B4D9-1488-BB41-AC4A-ABF50CB54A89}" type="pres">
      <dgm:prSet presAssocID="{72E477C7-0760-4C2A-AF4D-795E849B1E03}" presName="spacer" presStyleCnt="0"/>
      <dgm:spPr/>
    </dgm:pt>
    <dgm:pt modelId="{0E4589A5-EC09-6044-BD5D-E593A579AFC3}" type="pres">
      <dgm:prSet presAssocID="{C550E811-DBFD-4A29-ABC9-88F3B453D61A}" presName="parentText" presStyleLbl="node1" presStyleIdx="3" presStyleCnt="5">
        <dgm:presLayoutVars>
          <dgm:chMax val="0"/>
          <dgm:bulletEnabled val="1"/>
        </dgm:presLayoutVars>
      </dgm:prSet>
      <dgm:spPr/>
    </dgm:pt>
    <dgm:pt modelId="{CEF2A17B-39BB-2040-98F5-6EB61C22921B}" type="pres">
      <dgm:prSet presAssocID="{760E2890-88D8-4F2C-AD22-DF48D21FA324}" presName="spacer" presStyleCnt="0"/>
      <dgm:spPr/>
    </dgm:pt>
    <dgm:pt modelId="{119A3ADC-77D0-CD40-A580-7CC2D6DB58C6}" type="pres">
      <dgm:prSet presAssocID="{0BE12427-249B-4B8F-8C05-4DA84CBEC959}" presName="parentText" presStyleLbl="node1" presStyleIdx="4" presStyleCnt="5">
        <dgm:presLayoutVars>
          <dgm:chMax val="0"/>
          <dgm:bulletEnabled val="1"/>
        </dgm:presLayoutVars>
      </dgm:prSet>
      <dgm:spPr/>
    </dgm:pt>
  </dgm:ptLst>
  <dgm:cxnLst>
    <dgm:cxn modelId="{88527832-2411-FF48-A885-EFCE5E60BA82}" type="presOf" srcId="{E9274FBF-DB46-4A63-8D65-85B9290CD167}" destId="{378576FF-711A-234A-B9D0-E3A48C3E6E9F}" srcOrd="0" destOrd="0" presId="urn:microsoft.com/office/officeart/2005/8/layout/vList2"/>
    <dgm:cxn modelId="{A731D038-C559-D046-AA37-C2E02507100B}" type="presOf" srcId="{9C314CDB-793F-478E-8BFA-CDC57A2779F4}" destId="{7436C7E5-DC43-BE4F-A51A-9DB9E23C2CEA}" srcOrd="0" destOrd="0" presId="urn:microsoft.com/office/officeart/2005/8/layout/vList2"/>
    <dgm:cxn modelId="{17513860-6FB0-4C7F-B0BA-E738A6CF0831}" srcId="{E9274FBF-DB46-4A63-8D65-85B9290CD167}" destId="{0BE12427-249B-4B8F-8C05-4DA84CBEC959}" srcOrd="4" destOrd="0" parTransId="{2DABEFD4-AAC2-4F60-AE36-F6DA7917306F}" sibTransId="{D001E431-792A-4C84-A983-4EC44DCD765E}"/>
    <dgm:cxn modelId="{B54E5480-2FE4-42F9-A25E-91BB3FCA099B}" srcId="{E9274FBF-DB46-4A63-8D65-85B9290CD167}" destId="{47868CC0-8A6B-4156-8724-1FE82DF14D6E}" srcOrd="0" destOrd="0" parTransId="{AA4545CB-87FA-4BF2-9260-8B05F2224CA2}" sibTransId="{76055C8E-6821-4AA5-8505-4E2309CA372A}"/>
    <dgm:cxn modelId="{E836DE84-B2FE-B04F-A3C1-28247691D802}" type="presOf" srcId="{0BE12427-249B-4B8F-8C05-4DA84CBEC959}" destId="{119A3ADC-77D0-CD40-A580-7CC2D6DB58C6}" srcOrd="0" destOrd="0" presId="urn:microsoft.com/office/officeart/2005/8/layout/vList2"/>
    <dgm:cxn modelId="{25B648A2-6E67-4F23-AA73-77DE70DF4403}" srcId="{E9274FBF-DB46-4A63-8D65-85B9290CD167}" destId="{C550E811-DBFD-4A29-ABC9-88F3B453D61A}" srcOrd="3" destOrd="0" parTransId="{5F666737-5133-4FD8-B5BD-3BD46BC20384}" sibTransId="{760E2890-88D8-4F2C-AD22-DF48D21FA324}"/>
    <dgm:cxn modelId="{D592A3B5-08A3-40DA-916C-CC752672EFF5}" srcId="{E9274FBF-DB46-4A63-8D65-85B9290CD167}" destId="{9C314CDB-793F-478E-8BFA-CDC57A2779F4}" srcOrd="2" destOrd="0" parTransId="{C8D5B940-DF84-40D9-9CA2-D07DAEBCF972}" sibTransId="{72E477C7-0760-4C2A-AF4D-795E849B1E03}"/>
    <dgm:cxn modelId="{5A71FEB7-7979-6343-8418-95CF2D8203EB}" type="presOf" srcId="{BB0F86CD-C57D-48AC-AEC1-1B4379F8BDC4}" destId="{F2016CCE-4F4C-FC4E-998E-F2F00BCE0757}" srcOrd="0" destOrd="0" presId="urn:microsoft.com/office/officeart/2005/8/layout/vList2"/>
    <dgm:cxn modelId="{FC031AC9-7D2D-4B46-A1C5-5EB963254EE2}" srcId="{E9274FBF-DB46-4A63-8D65-85B9290CD167}" destId="{BB0F86CD-C57D-48AC-AEC1-1B4379F8BDC4}" srcOrd="1" destOrd="0" parTransId="{43441596-9360-4E8B-9537-3D841956AF5D}" sibTransId="{00C8014C-DA4D-41B0-A0C0-22F71A08769F}"/>
    <dgm:cxn modelId="{36CE0AD1-0B93-5543-B297-22F78DDD075E}" type="presOf" srcId="{C550E811-DBFD-4A29-ABC9-88F3B453D61A}" destId="{0E4589A5-EC09-6044-BD5D-E593A579AFC3}" srcOrd="0" destOrd="0" presId="urn:microsoft.com/office/officeart/2005/8/layout/vList2"/>
    <dgm:cxn modelId="{617E2DFF-0ECD-4B4E-90EB-42732DBDF468}" type="presOf" srcId="{47868CC0-8A6B-4156-8724-1FE82DF14D6E}" destId="{46C4A53E-B25B-0F41-96E7-066B9599EF50}" srcOrd="0" destOrd="0" presId="urn:microsoft.com/office/officeart/2005/8/layout/vList2"/>
    <dgm:cxn modelId="{383B9095-B550-F44B-B108-F6420FFB6EAC}" type="presParOf" srcId="{378576FF-711A-234A-B9D0-E3A48C3E6E9F}" destId="{46C4A53E-B25B-0F41-96E7-066B9599EF50}" srcOrd="0" destOrd="0" presId="urn:microsoft.com/office/officeart/2005/8/layout/vList2"/>
    <dgm:cxn modelId="{0DF098F6-0F5B-BE4A-8A86-4DEC0EBFD1D0}" type="presParOf" srcId="{378576FF-711A-234A-B9D0-E3A48C3E6E9F}" destId="{A6F6E102-640D-9C46-9FAE-3EBB94C58B16}" srcOrd="1" destOrd="0" presId="urn:microsoft.com/office/officeart/2005/8/layout/vList2"/>
    <dgm:cxn modelId="{D31D754B-82FB-5B49-BFF8-620BC792A50A}" type="presParOf" srcId="{378576FF-711A-234A-B9D0-E3A48C3E6E9F}" destId="{F2016CCE-4F4C-FC4E-998E-F2F00BCE0757}" srcOrd="2" destOrd="0" presId="urn:microsoft.com/office/officeart/2005/8/layout/vList2"/>
    <dgm:cxn modelId="{17437D04-4020-CC4A-8E3A-D3DE71CDFD70}" type="presParOf" srcId="{378576FF-711A-234A-B9D0-E3A48C3E6E9F}" destId="{E9A7E5EF-0632-8343-9FD4-4ACB72962693}" srcOrd="3" destOrd="0" presId="urn:microsoft.com/office/officeart/2005/8/layout/vList2"/>
    <dgm:cxn modelId="{12FD019A-00C0-9D43-9EE6-7CADDD45827E}" type="presParOf" srcId="{378576FF-711A-234A-B9D0-E3A48C3E6E9F}" destId="{7436C7E5-DC43-BE4F-A51A-9DB9E23C2CEA}" srcOrd="4" destOrd="0" presId="urn:microsoft.com/office/officeart/2005/8/layout/vList2"/>
    <dgm:cxn modelId="{D904EFA3-55C4-7A4F-B703-FD42536C380D}" type="presParOf" srcId="{378576FF-711A-234A-B9D0-E3A48C3E6E9F}" destId="{3B92B4D9-1488-BB41-AC4A-ABF50CB54A89}" srcOrd="5" destOrd="0" presId="urn:microsoft.com/office/officeart/2005/8/layout/vList2"/>
    <dgm:cxn modelId="{4E644036-C62D-D142-9818-D67BBD69783B}" type="presParOf" srcId="{378576FF-711A-234A-B9D0-E3A48C3E6E9F}" destId="{0E4589A5-EC09-6044-BD5D-E593A579AFC3}" srcOrd="6" destOrd="0" presId="urn:microsoft.com/office/officeart/2005/8/layout/vList2"/>
    <dgm:cxn modelId="{BDEB06B9-FC87-354C-B496-20019234832C}" type="presParOf" srcId="{378576FF-711A-234A-B9D0-E3A48C3E6E9F}" destId="{CEF2A17B-39BB-2040-98F5-6EB61C22921B}" srcOrd="7" destOrd="0" presId="urn:microsoft.com/office/officeart/2005/8/layout/vList2"/>
    <dgm:cxn modelId="{A10F659D-ABE0-CF4C-9CD8-150EBEF120AF}" type="presParOf" srcId="{378576FF-711A-234A-B9D0-E3A48C3E6E9F}" destId="{119A3ADC-77D0-CD40-A580-7CC2D6DB58C6}"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89E8560-3D00-4D01-B772-3CBA38D52F94}" type="doc">
      <dgm:prSet loTypeId="urn:microsoft.com/office/officeart/2005/8/layout/process1" loCatId="process" qsTypeId="urn:microsoft.com/office/officeart/2005/8/quickstyle/simple5" qsCatId="simple" csTypeId="urn:microsoft.com/office/officeart/2005/8/colors/colorful2" csCatId="colorful" phldr="1"/>
      <dgm:spPr/>
      <dgm:t>
        <a:bodyPr/>
        <a:lstStyle/>
        <a:p>
          <a:endParaRPr lang="en-US"/>
        </a:p>
      </dgm:t>
    </dgm:pt>
    <dgm:pt modelId="{56839904-5265-4615-B0DF-A533F2DF0ED7}">
      <dgm:prSet/>
      <dgm:spPr/>
      <dgm:t>
        <a:bodyPr/>
        <a:lstStyle/>
        <a:p>
          <a:r>
            <a:rPr lang="en-US" b="0" i="0" dirty="0"/>
            <a:t>In CSS, the </a:t>
          </a:r>
          <a:r>
            <a:rPr lang="en-US" dirty="0"/>
            <a:t>height</a:t>
          </a:r>
          <a:r>
            <a:rPr lang="en-US" b="0" i="0" dirty="0"/>
            <a:t> property specifies the height of an element. The height can be set to a specific length, or it can be set to </a:t>
          </a:r>
          <a:r>
            <a:rPr lang="en-US" dirty="0"/>
            <a:t>auto</a:t>
          </a:r>
          <a:r>
            <a:rPr lang="en-US" b="0" i="0" dirty="0"/>
            <a:t>, which will automatically adjust the height based on the content inside the element. The </a:t>
          </a:r>
          <a:r>
            <a:rPr lang="en-US" dirty="0"/>
            <a:t>height</a:t>
          </a:r>
          <a:r>
            <a:rPr lang="en-US" b="0" i="0" dirty="0"/>
            <a:t> property can be used on block-level elements, inline elements, and replaced elements. It applies to both the content box and the padding box of the element.</a:t>
          </a:r>
          <a:endParaRPr lang="en-US" dirty="0"/>
        </a:p>
      </dgm:t>
    </dgm:pt>
    <dgm:pt modelId="{75774F1C-7B65-4429-9EDE-6E1BFDF27433}" type="parTrans" cxnId="{1AD97E28-6E8A-4D19-A46E-EB94C805482F}">
      <dgm:prSet/>
      <dgm:spPr/>
      <dgm:t>
        <a:bodyPr/>
        <a:lstStyle/>
        <a:p>
          <a:endParaRPr lang="en-US"/>
        </a:p>
      </dgm:t>
    </dgm:pt>
    <dgm:pt modelId="{11AA4AB3-7020-4AD0-8E33-16613AE3D049}" type="sibTrans" cxnId="{1AD97E28-6E8A-4D19-A46E-EB94C805482F}">
      <dgm:prSet/>
      <dgm:spPr/>
      <dgm:t>
        <a:bodyPr/>
        <a:lstStyle/>
        <a:p>
          <a:endParaRPr lang="en-US"/>
        </a:p>
      </dgm:t>
    </dgm:pt>
    <dgm:pt modelId="{73CEDD53-5D9F-46AC-A628-BEF6B403EA7B}">
      <dgm:prSet/>
      <dgm:spPr/>
      <dgm:t>
        <a:bodyPr/>
        <a:lstStyle/>
        <a:p>
          <a:r>
            <a:rPr lang="en-US"/>
            <a:t>You can also use the min-height and max-height properties to set a minimum or maximum height for an element, respectively. These can be useful when you want to ensure that an element takes up at least a certain amount of space, or when you want to prevent an element from becoming too large.</a:t>
          </a:r>
        </a:p>
      </dgm:t>
    </dgm:pt>
    <dgm:pt modelId="{DF4585F6-D849-4091-813F-9A9B61126696}" type="parTrans" cxnId="{D82E2B59-5BF6-45B8-9187-6E7EFBF9C5E0}">
      <dgm:prSet/>
      <dgm:spPr/>
      <dgm:t>
        <a:bodyPr/>
        <a:lstStyle/>
        <a:p>
          <a:endParaRPr lang="en-US"/>
        </a:p>
      </dgm:t>
    </dgm:pt>
    <dgm:pt modelId="{3CF3B4E7-B5E2-4336-8D75-696C2D33BE10}" type="sibTrans" cxnId="{D82E2B59-5BF6-45B8-9187-6E7EFBF9C5E0}">
      <dgm:prSet/>
      <dgm:spPr/>
      <dgm:t>
        <a:bodyPr/>
        <a:lstStyle/>
        <a:p>
          <a:endParaRPr lang="en-US"/>
        </a:p>
      </dgm:t>
    </dgm:pt>
    <dgm:pt modelId="{CD78D5F0-680C-5941-ADE7-5B9C2E530C3D}" type="pres">
      <dgm:prSet presAssocID="{289E8560-3D00-4D01-B772-3CBA38D52F94}" presName="Name0" presStyleCnt="0">
        <dgm:presLayoutVars>
          <dgm:dir/>
          <dgm:resizeHandles val="exact"/>
        </dgm:presLayoutVars>
      </dgm:prSet>
      <dgm:spPr/>
    </dgm:pt>
    <dgm:pt modelId="{608FCBF2-AC8E-1A44-BF81-B8A5CD5203DB}" type="pres">
      <dgm:prSet presAssocID="{56839904-5265-4615-B0DF-A533F2DF0ED7}" presName="node" presStyleLbl="node1" presStyleIdx="0" presStyleCnt="2">
        <dgm:presLayoutVars>
          <dgm:bulletEnabled val="1"/>
        </dgm:presLayoutVars>
      </dgm:prSet>
      <dgm:spPr/>
    </dgm:pt>
    <dgm:pt modelId="{5E795770-EDC7-EB41-AECE-5A27A9E9B65C}" type="pres">
      <dgm:prSet presAssocID="{11AA4AB3-7020-4AD0-8E33-16613AE3D049}" presName="sibTrans" presStyleLbl="sibTrans2D1" presStyleIdx="0" presStyleCnt="1"/>
      <dgm:spPr/>
    </dgm:pt>
    <dgm:pt modelId="{1DA30FEE-D6FA-6F42-9478-EE9F9915187F}" type="pres">
      <dgm:prSet presAssocID="{11AA4AB3-7020-4AD0-8E33-16613AE3D049}" presName="connectorText" presStyleLbl="sibTrans2D1" presStyleIdx="0" presStyleCnt="1"/>
      <dgm:spPr/>
    </dgm:pt>
    <dgm:pt modelId="{0396A0F4-F77A-9B4D-B749-AEF0A7F6BB3C}" type="pres">
      <dgm:prSet presAssocID="{73CEDD53-5D9F-46AC-A628-BEF6B403EA7B}" presName="node" presStyleLbl="node1" presStyleIdx="1" presStyleCnt="2">
        <dgm:presLayoutVars>
          <dgm:bulletEnabled val="1"/>
        </dgm:presLayoutVars>
      </dgm:prSet>
      <dgm:spPr/>
    </dgm:pt>
  </dgm:ptLst>
  <dgm:cxnLst>
    <dgm:cxn modelId="{A647031A-33F5-8C49-8756-89A97E43137D}" type="presOf" srcId="{11AA4AB3-7020-4AD0-8E33-16613AE3D049}" destId="{1DA30FEE-D6FA-6F42-9478-EE9F9915187F}" srcOrd="1" destOrd="0" presId="urn:microsoft.com/office/officeart/2005/8/layout/process1"/>
    <dgm:cxn modelId="{1AD97E28-6E8A-4D19-A46E-EB94C805482F}" srcId="{289E8560-3D00-4D01-B772-3CBA38D52F94}" destId="{56839904-5265-4615-B0DF-A533F2DF0ED7}" srcOrd="0" destOrd="0" parTransId="{75774F1C-7B65-4429-9EDE-6E1BFDF27433}" sibTransId="{11AA4AB3-7020-4AD0-8E33-16613AE3D049}"/>
    <dgm:cxn modelId="{24440344-8722-2A40-9ED4-AAB8442011AD}" type="presOf" srcId="{11AA4AB3-7020-4AD0-8E33-16613AE3D049}" destId="{5E795770-EDC7-EB41-AECE-5A27A9E9B65C}" srcOrd="0" destOrd="0" presId="urn:microsoft.com/office/officeart/2005/8/layout/process1"/>
    <dgm:cxn modelId="{D82E2B59-5BF6-45B8-9187-6E7EFBF9C5E0}" srcId="{289E8560-3D00-4D01-B772-3CBA38D52F94}" destId="{73CEDD53-5D9F-46AC-A628-BEF6B403EA7B}" srcOrd="1" destOrd="0" parTransId="{DF4585F6-D849-4091-813F-9A9B61126696}" sibTransId="{3CF3B4E7-B5E2-4336-8D75-696C2D33BE10}"/>
    <dgm:cxn modelId="{4C0DC673-624E-E14C-8021-F5407E7761F3}" type="presOf" srcId="{56839904-5265-4615-B0DF-A533F2DF0ED7}" destId="{608FCBF2-AC8E-1A44-BF81-B8A5CD5203DB}" srcOrd="0" destOrd="0" presId="urn:microsoft.com/office/officeart/2005/8/layout/process1"/>
    <dgm:cxn modelId="{891A6C8A-2791-C844-84B0-4517A23051F2}" type="presOf" srcId="{289E8560-3D00-4D01-B772-3CBA38D52F94}" destId="{CD78D5F0-680C-5941-ADE7-5B9C2E530C3D}" srcOrd="0" destOrd="0" presId="urn:microsoft.com/office/officeart/2005/8/layout/process1"/>
    <dgm:cxn modelId="{964856F5-EBC7-0546-91B7-FA814AF6DE7B}" type="presOf" srcId="{73CEDD53-5D9F-46AC-A628-BEF6B403EA7B}" destId="{0396A0F4-F77A-9B4D-B749-AEF0A7F6BB3C}" srcOrd="0" destOrd="0" presId="urn:microsoft.com/office/officeart/2005/8/layout/process1"/>
    <dgm:cxn modelId="{C5D0E12E-C7EF-6A4F-AC65-C1B2B847C198}" type="presParOf" srcId="{CD78D5F0-680C-5941-ADE7-5B9C2E530C3D}" destId="{608FCBF2-AC8E-1A44-BF81-B8A5CD5203DB}" srcOrd="0" destOrd="0" presId="urn:microsoft.com/office/officeart/2005/8/layout/process1"/>
    <dgm:cxn modelId="{77F02F96-365C-7E4D-9AD1-7E90F04D6BB4}" type="presParOf" srcId="{CD78D5F0-680C-5941-ADE7-5B9C2E530C3D}" destId="{5E795770-EDC7-EB41-AECE-5A27A9E9B65C}" srcOrd="1" destOrd="0" presId="urn:microsoft.com/office/officeart/2005/8/layout/process1"/>
    <dgm:cxn modelId="{6A6B8F54-3942-4C45-B608-9AAB79EA6845}" type="presParOf" srcId="{5E795770-EDC7-EB41-AECE-5A27A9E9B65C}" destId="{1DA30FEE-D6FA-6F42-9478-EE9F9915187F}" srcOrd="0" destOrd="0" presId="urn:microsoft.com/office/officeart/2005/8/layout/process1"/>
    <dgm:cxn modelId="{DE850A38-2039-9446-BE63-24E890A11110}" type="presParOf" srcId="{CD78D5F0-680C-5941-ADE7-5B9C2E530C3D}" destId="{0396A0F4-F77A-9B4D-B749-AEF0A7F6BB3C}" srcOrd="2"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D33E667-3E26-488A-977B-80AA728C9E91}"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1FFE4B00-2F28-4B41-A12C-0F968E224663}">
      <dgm:prSet/>
      <dgm:spPr/>
      <dgm:t>
        <a:bodyPr/>
        <a:lstStyle/>
        <a:p>
          <a:r>
            <a:rPr lang="en-US"/>
            <a:t>The transform property in CSS allows you to apply a transformation to an element. A transformation is a visual effect that changes the appearance of an element in some way.</a:t>
          </a:r>
        </a:p>
      </dgm:t>
    </dgm:pt>
    <dgm:pt modelId="{9FCC0AA4-92F3-4AD4-9107-2EE88BF9C202}" type="parTrans" cxnId="{DE46911C-7D11-4A71-B9A4-3608AD71270F}">
      <dgm:prSet/>
      <dgm:spPr/>
      <dgm:t>
        <a:bodyPr/>
        <a:lstStyle/>
        <a:p>
          <a:endParaRPr lang="en-US"/>
        </a:p>
      </dgm:t>
    </dgm:pt>
    <dgm:pt modelId="{3E0ADBE9-F7A5-4084-8740-4A7DBF6818FF}" type="sibTrans" cxnId="{DE46911C-7D11-4A71-B9A4-3608AD71270F}">
      <dgm:prSet/>
      <dgm:spPr/>
      <dgm:t>
        <a:bodyPr/>
        <a:lstStyle/>
        <a:p>
          <a:endParaRPr lang="en-US"/>
        </a:p>
      </dgm:t>
    </dgm:pt>
    <dgm:pt modelId="{B4A078E5-C706-4F32-BC5B-8F72E92995DC}">
      <dgm:prSet/>
      <dgm:spPr/>
      <dgm:t>
        <a:bodyPr/>
        <a:lstStyle/>
        <a:p>
          <a:r>
            <a:rPr lang="en-US"/>
            <a:t>The transform property has a number of different functions that you can use to transform an element, including:</a:t>
          </a:r>
        </a:p>
      </dgm:t>
    </dgm:pt>
    <dgm:pt modelId="{0EBFD6C1-832D-4D90-A021-2BA648B7691A}" type="parTrans" cxnId="{84C3501C-438F-45E0-BD91-6639BD41294D}">
      <dgm:prSet/>
      <dgm:spPr/>
      <dgm:t>
        <a:bodyPr/>
        <a:lstStyle/>
        <a:p>
          <a:endParaRPr lang="en-US"/>
        </a:p>
      </dgm:t>
    </dgm:pt>
    <dgm:pt modelId="{2EA8A9BF-6FF0-42D6-891B-F476B143BB16}" type="sibTrans" cxnId="{84C3501C-438F-45E0-BD91-6639BD41294D}">
      <dgm:prSet/>
      <dgm:spPr/>
      <dgm:t>
        <a:bodyPr/>
        <a:lstStyle/>
        <a:p>
          <a:endParaRPr lang="en-US"/>
        </a:p>
      </dgm:t>
    </dgm:pt>
    <dgm:pt modelId="{95E3E6F8-DE5C-4AD9-8146-2CA6D0D82F1B}">
      <dgm:prSet/>
      <dgm:spPr/>
      <dgm:t>
        <a:bodyPr/>
        <a:lstStyle/>
        <a:p>
          <a:r>
            <a:rPr lang="en-US"/>
            <a:t>translate: Moves an element along the X and Y axes.</a:t>
          </a:r>
        </a:p>
      </dgm:t>
    </dgm:pt>
    <dgm:pt modelId="{2DB566C8-C858-4730-A4D5-217DDCFB6A1C}" type="parTrans" cxnId="{FFE2932E-8CE9-4341-A6AF-B5CC48E4BCA4}">
      <dgm:prSet/>
      <dgm:spPr/>
      <dgm:t>
        <a:bodyPr/>
        <a:lstStyle/>
        <a:p>
          <a:endParaRPr lang="en-US"/>
        </a:p>
      </dgm:t>
    </dgm:pt>
    <dgm:pt modelId="{EAF659F6-A98E-4156-B714-02A3ED1D6D77}" type="sibTrans" cxnId="{FFE2932E-8CE9-4341-A6AF-B5CC48E4BCA4}">
      <dgm:prSet/>
      <dgm:spPr/>
      <dgm:t>
        <a:bodyPr/>
        <a:lstStyle/>
        <a:p>
          <a:endParaRPr lang="en-US"/>
        </a:p>
      </dgm:t>
    </dgm:pt>
    <dgm:pt modelId="{3A27EBA2-9253-4B52-83CF-D57A913A7D84}">
      <dgm:prSet/>
      <dgm:spPr/>
      <dgm:t>
        <a:bodyPr/>
        <a:lstStyle/>
        <a:p>
          <a:r>
            <a:rPr lang="en-US"/>
            <a:t>scale: Scales an element up or down in size.</a:t>
          </a:r>
        </a:p>
      </dgm:t>
    </dgm:pt>
    <dgm:pt modelId="{4B7CC33B-0822-49F9-9AE2-3DFB7D2E7B1A}" type="parTrans" cxnId="{45348E6B-C314-41C1-BD21-25AD00D061FE}">
      <dgm:prSet/>
      <dgm:spPr/>
      <dgm:t>
        <a:bodyPr/>
        <a:lstStyle/>
        <a:p>
          <a:endParaRPr lang="en-US"/>
        </a:p>
      </dgm:t>
    </dgm:pt>
    <dgm:pt modelId="{5229620B-4ACB-40FB-978F-F55F9BAA29EE}" type="sibTrans" cxnId="{45348E6B-C314-41C1-BD21-25AD00D061FE}">
      <dgm:prSet/>
      <dgm:spPr/>
      <dgm:t>
        <a:bodyPr/>
        <a:lstStyle/>
        <a:p>
          <a:endParaRPr lang="en-US"/>
        </a:p>
      </dgm:t>
    </dgm:pt>
    <dgm:pt modelId="{163D6EC5-707C-4376-91B2-CBE986C0A7FB}">
      <dgm:prSet/>
      <dgm:spPr/>
      <dgm:t>
        <a:bodyPr/>
        <a:lstStyle/>
        <a:p>
          <a:r>
            <a:rPr lang="en-US"/>
            <a:t>rotate: Rotates an element clockwise or counterclockwise.</a:t>
          </a:r>
        </a:p>
      </dgm:t>
    </dgm:pt>
    <dgm:pt modelId="{85DBAE08-ABE8-4941-8073-C4349F0AD10C}" type="parTrans" cxnId="{E4DC753B-0C3E-4199-85EF-4A8F43753955}">
      <dgm:prSet/>
      <dgm:spPr/>
      <dgm:t>
        <a:bodyPr/>
        <a:lstStyle/>
        <a:p>
          <a:endParaRPr lang="en-US"/>
        </a:p>
      </dgm:t>
    </dgm:pt>
    <dgm:pt modelId="{2A9C4831-4ECB-44F6-AD95-6B8022D6A0D3}" type="sibTrans" cxnId="{E4DC753B-0C3E-4199-85EF-4A8F43753955}">
      <dgm:prSet/>
      <dgm:spPr/>
      <dgm:t>
        <a:bodyPr/>
        <a:lstStyle/>
        <a:p>
          <a:endParaRPr lang="en-US"/>
        </a:p>
      </dgm:t>
    </dgm:pt>
    <dgm:pt modelId="{4FA2D888-1122-494A-8C42-4E7291DA4ECD}">
      <dgm:prSet/>
      <dgm:spPr/>
      <dgm:t>
        <a:bodyPr/>
        <a:lstStyle/>
        <a:p>
          <a:r>
            <a:rPr lang="en-US"/>
            <a:t>skew: Skews an element horizontally or vertically.</a:t>
          </a:r>
        </a:p>
      </dgm:t>
    </dgm:pt>
    <dgm:pt modelId="{BEA16B0C-CC78-4377-BE33-8F81DA955435}" type="parTrans" cxnId="{FACD3ABB-AF21-423A-8754-0F4CB64A52C3}">
      <dgm:prSet/>
      <dgm:spPr/>
      <dgm:t>
        <a:bodyPr/>
        <a:lstStyle/>
        <a:p>
          <a:endParaRPr lang="en-US"/>
        </a:p>
      </dgm:t>
    </dgm:pt>
    <dgm:pt modelId="{1EFC0C9B-FE3E-44C3-95BF-6529195FFBD7}" type="sibTrans" cxnId="{FACD3ABB-AF21-423A-8754-0F4CB64A52C3}">
      <dgm:prSet/>
      <dgm:spPr/>
      <dgm:t>
        <a:bodyPr/>
        <a:lstStyle/>
        <a:p>
          <a:endParaRPr lang="en-US"/>
        </a:p>
      </dgm:t>
    </dgm:pt>
    <dgm:pt modelId="{6749A960-0A26-BA43-8DE6-68E1A69AAA92}" type="pres">
      <dgm:prSet presAssocID="{DD33E667-3E26-488A-977B-80AA728C9E91}" presName="linear" presStyleCnt="0">
        <dgm:presLayoutVars>
          <dgm:animLvl val="lvl"/>
          <dgm:resizeHandles val="exact"/>
        </dgm:presLayoutVars>
      </dgm:prSet>
      <dgm:spPr/>
    </dgm:pt>
    <dgm:pt modelId="{F2F8CFBA-16E5-6044-ACDD-FBFE3C51C872}" type="pres">
      <dgm:prSet presAssocID="{1FFE4B00-2F28-4B41-A12C-0F968E224663}" presName="parentText" presStyleLbl="node1" presStyleIdx="0" presStyleCnt="6">
        <dgm:presLayoutVars>
          <dgm:chMax val="0"/>
          <dgm:bulletEnabled val="1"/>
        </dgm:presLayoutVars>
      </dgm:prSet>
      <dgm:spPr/>
    </dgm:pt>
    <dgm:pt modelId="{AFD71B62-E65E-8340-8886-2441DDE6EB28}" type="pres">
      <dgm:prSet presAssocID="{3E0ADBE9-F7A5-4084-8740-4A7DBF6818FF}" presName="spacer" presStyleCnt="0"/>
      <dgm:spPr/>
    </dgm:pt>
    <dgm:pt modelId="{3D1AF046-C3C4-6C4C-87AA-40E4993E689D}" type="pres">
      <dgm:prSet presAssocID="{B4A078E5-C706-4F32-BC5B-8F72E92995DC}" presName="parentText" presStyleLbl="node1" presStyleIdx="1" presStyleCnt="6">
        <dgm:presLayoutVars>
          <dgm:chMax val="0"/>
          <dgm:bulletEnabled val="1"/>
        </dgm:presLayoutVars>
      </dgm:prSet>
      <dgm:spPr/>
    </dgm:pt>
    <dgm:pt modelId="{D02FE34B-B77E-E143-BE0F-66CB924342B7}" type="pres">
      <dgm:prSet presAssocID="{2EA8A9BF-6FF0-42D6-891B-F476B143BB16}" presName="spacer" presStyleCnt="0"/>
      <dgm:spPr/>
    </dgm:pt>
    <dgm:pt modelId="{D97CC709-5301-984C-93E1-935AECA59674}" type="pres">
      <dgm:prSet presAssocID="{95E3E6F8-DE5C-4AD9-8146-2CA6D0D82F1B}" presName="parentText" presStyleLbl="node1" presStyleIdx="2" presStyleCnt="6">
        <dgm:presLayoutVars>
          <dgm:chMax val="0"/>
          <dgm:bulletEnabled val="1"/>
        </dgm:presLayoutVars>
      </dgm:prSet>
      <dgm:spPr/>
    </dgm:pt>
    <dgm:pt modelId="{F14B41C3-566E-784C-B9A4-071D1162A304}" type="pres">
      <dgm:prSet presAssocID="{EAF659F6-A98E-4156-B714-02A3ED1D6D77}" presName="spacer" presStyleCnt="0"/>
      <dgm:spPr/>
    </dgm:pt>
    <dgm:pt modelId="{327A4E1A-8EA6-AD4D-8645-9CD49329D83F}" type="pres">
      <dgm:prSet presAssocID="{3A27EBA2-9253-4B52-83CF-D57A913A7D84}" presName="parentText" presStyleLbl="node1" presStyleIdx="3" presStyleCnt="6">
        <dgm:presLayoutVars>
          <dgm:chMax val="0"/>
          <dgm:bulletEnabled val="1"/>
        </dgm:presLayoutVars>
      </dgm:prSet>
      <dgm:spPr/>
    </dgm:pt>
    <dgm:pt modelId="{F00A0682-2361-BB47-A48C-84E7C228D4E2}" type="pres">
      <dgm:prSet presAssocID="{5229620B-4ACB-40FB-978F-F55F9BAA29EE}" presName="spacer" presStyleCnt="0"/>
      <dgm:spPr/>
    </dgm:pt>
    <dgm:pt modelId="{E62E91BC-C944-1B4A-862F-08389EF546B9}" type="pres">
      <dgm:prSet presAssocID="{163D6EC5-707C-4376-91B2-CBE986C0A7FB}" presName="parentText" presStyleLbl="node1" presStyleIdx="4" presStyleCnt="6">
        <dgm:presLayoutVars>
          <dgm:chMax val="0"/>
          <dgm:bulletEnabled val="1"/>
        </dgm:presLayoutVars>
      </dgm:prSet>
      <dgm:spPr/>
    </dgm:pt>
    <dgm:pt modelId="{2416012F-D2B4-7048-A9EA-9BF70DEF73D7}" type="pres">
      <dgm:prSet presAssocID="{2A9C4831-4ECB-44F6-AD95-6B8022D6A0D3}" presName="spacer" presStyleCnt="0"/>
      <dgm:spPr/>
    </dgm:pt>
    <dgm:pt modelId="{13979A95-3A6B-6D40-833E-D539D3E019B1}" type="pres">
      <dgm:prSet presAssocID="{4FA2D888-1122-494A-8C42-4E7291DA4ECD}" presName="parentText" presStyleLbl="node1" presStyleIdx="5" presStyleCnt="6">
        <dgm:presLayoutVars>
          <dgm:chMax val="0"/>
          <dgm:bulletEnabled val="1"/>
        </dgm:presLayoutVars>
      </dgm:prSet>
      <dgm:spPr/>
    </dgm:pt>
  </dgm:ptLst>
  <dgm:cxnLst>
    <dgm:cxn modelId="{F638D60C-3690-4641-9592-78C0834FEE90}" type="presOf" srcId="{4FA2D888-1122-494A-8C42-4E7291DA4ECD}" destId="{13979A95-3A6B-6D40-833E-D539D3E019B1}" srcOrd="0" destOrd="0" presId="urn:microsoft.com/office/officeart/2005/8/layout/vList2"/>
    <dgm:cxn modelId="{6754C910-EDCA-1649-A485-EC9EEBD3A025}" type="presOf" srcId="{1FFE4B00-2F28-4B41-A12C-0F968E224663}" destId="{F2F8CFBA-16E5-6044-ACDD-FBFE3C51C872}" srcOrd="0" destOrd="0" presId="urn:microsoft.com/office/officeart/2005/8/layout/vList2"/>
    <dgm:cxn modelId="{84C3501C-438F-45E0-BD91-6639BD41294D}" srcId="{DD33E667-3E26-488A-977B-80AA728C9E91}" destId="{B4A078E5-C706-4F32-BC5B-8F72E92995DC}" srcOrd="1" destOrd="0" parTransId="{0EBFD6C1-832D-4D90-A021-2BA648B7691A}" sibTransId="{2EA8A9BF-6FF0-42D6-891B-F476B143BB16}"/>
    <dgm:cxn modelId="{DE46911C-7D11-4A71-B9A4-3608AD71270F}" srcId="{DD33E667-3E26-488A-977B-80AA728C9E91}" destId="{1FFE4B00-2F28-4B41-A12C-0F968E224663}" srcOrd="0" destOrd="0" parTransId="{9FCC0AA4-92F3-4AD4-9107-2EE88BF9C202}" sibTransId="{3E0ADBE9-F7A5-4084-8740-4A7DBF6818FF}"/>
    <dgm:cxn modelId="{FFE2932E-8CE9-4341-A6AF-B5CC48E4BCA4}" srcId="{DD33E667-3E26-488A-977B-80AA728C9E91}" destId="{95E3E6F8-DE5C-4AD9-8146-2CA6D0D82F1B}" srcOrd="2" destOrd="0" parTransId="{2DB566C8-C858-4730-A4D5-217DDCFB6A1C}" sibTransId="{EAF659F6-A98E-4156-B714-02A3ED1D6D77}"/>
    <dgm:cxn modelId="{E4DC753B-0C3E-4199-85EF-4A8F43753955}" srcId="{DD33E667-3E26-488A-977B-80AA728C9E91}" destId="{163D6EC5-707C-4376-91B2-CBE986C0A7FB}" srcOrd="4" destOrd="0" parTransId="{85DBAE08-ABE8-4941-8073-C4349F0AD10C}" sibTransId="{2A9C4831-4ECB-44F6-AD95-6B8022D6A0D3}"/>
    <dgm:cxn modelId="{CEF2023D-0572-C24A-AA8E-3DA987EE8204}" type="presOf" srcId="{DD33E667-3E26-488A-977B-80AA728C9E91}" destId="{6749A960-0A26-BA43-8DE6-68E1A69AAA92}" srcOrd="0" destOrd="0" presId="urn:microsoft.com/office/officeart/2005/8/layout/vList2"/>
    <dgm:cxn modelId="{FC71DE50-76E5-494A-89AF-B60BE97DA092}" type="presOf" srcId="{95E3E6F8-DE5C-4AD9-8146-2CA6D0D82F1B}" destId="{D97CC709-5301-984C-93E1-935AECA59674}" srcOrd="0" destOrd="0" presId="urn:microsoft.com/office/officeart/2005/8/layout/vList2"/>
    <dgm:cxn modelId="{24511A63-DD49-AA49-8474-A7C0F5799D02}" type="presOf" srcId="{163D6EC5-707C-4376-91B2-CBE986C0A7FB}" destId="{E62E91BC-C944-1B4A-862F-08389EF546B9}" srcOrd="0" destOrd="0" presId="urn:microsoft.com/office/officeart/2005/8/layout/vList2"/>
    <dgm:cxn modelId="{45348E6B-C314-41C1-BD21-25AD00D061FE}" srcId="{DD33E667-3E26-488A-977B-80AA728C9E91}" destId="{3A27EBA2-9253-4B52-83CF-D57A913A7D84}" srcOrd="3" destOrd="0" parTransId="{4B7CC33B-0822-49F9-9AE2-3DFB7D2E7B1A}" sibTransId="{5229620B-4ACB-40FB-978F-F55F9BAA29EE}"/>
    <dgm:cxn modelId="{5BADEA9C-2B3C-CC41-B396-0A56BB2C87B8}" type="presOf" srcId="{3A27EBA2-9253-4B52-83CF-D57A913A7D84}" destId="{327A4E1A-8EA6-AD4D-8645-9CD49329D83F}" srcOrd="0" destOrd="0" presId="urn:microsoft.com/office/officeart/2005/8/layout/vList2"/>
    <dgm:cxn modelId="{FACD3ABB-AF21-423A-8754-0F4CB64A52C3}" srcId="{DD33E667-3E26-488A-977B-80AA728C9E91}" destId="{4FA2D888-1122-494A-8C42-4E7291DA4ECD}" srcOrd="5" destOrd="0" parTransId="{BEA16B0C-CC78-4377-BE33-8F81DA955435}" sibTransId="{1EFC0C9B-FE3E-44C3-95BF-6529195FFBD7}"/>
    <dgm:cxn modelId="{DA209FF5-DC39-CA47-914C-E9FE69DF0F57}" type="presOf" srcId="{B4A078E5-C706-4F32-BC5B-8F72E92995DC}" destId="{3D1AF046-C3C4-6C4C-87AA-40E4993E689D}" srcOrd="0" destOrd="0" presId="urn:microsoft.com/office/officeart/2005/8/layout/vList2"/>
    <dgm:cxn modelId="{CDD3EDD2-E6AC-354F-AEC4-191564F520A9}" type="presParOf" srcId="{6749A960-0A26-BA43-8DE6-68E1A69AAA92}" destId="{F2F8CFBA-16E5-6044-ACDD-FBFE3C51C872}" srcOrd="0" destOrd="0" presId="urn:microsoft.com/office/officeart/2005/8/layout/vList2"/>
    <dgm:cxn modelId="{7849E2B4-578E-D34C-BBF1-EED61F46DA57}" type="presParOf" srcId="{6749A960-0A26-BA43-8DE6-68E1A69AAA92}" destId="{AFD71B62-E65E-8340-8886-2441DDE6EB28}" srcOrd="1" destOrd="0" presId="urn:microsoft.com/office/officeart/2005/8/layout/vList2"/>
    <dgm:cxn modelId="{0E15CA2D-0F9D-D340-A9B8-4C1EA6BD2D7D}" type="presParOf" srcId="{6749A960-0A26-BA43-8DE6-68E1A69AAA92}" destId="{3D1AF046-C3C4-6C4C-87AA-40E4993E689D}" srcOrd="2" destOrd="0" presId="urn:microsoft.com/office/officeart/2005/8/layout/vList2"/>
    <dgm:cxn modelId="{4C04F90E-F596-6643-A425-C55E8DEA4C73}" type="presParOf" srcId="{6749A960-0A26-BA43-8DE6-68E1A69AAA92}" destId="{D02FE34B-B77E-E143-BE0F-66CB924342B7}" srcOrd="3" destOrd="0" presId="urn:microsoft.com/office/officeart/2005/8/layout/vList2"/>
    <dgm:cxn modelId="{84036634-ED91-EB46-B90D-56114CB28D28}" type="presParOf" srcId="{6749A960-0A26-BA43-8DE6-68E1A69AAA92}" destId="{D97CC709-5301-984C-93E1-935AECA59674}" srcOrd="4" destOrd="0" presId="urn:microsoft.com/office/officeart/2005/8/layout/vList2"/>
    <dgm:cxn modelId="{BBD20278-3939-C641-851B-D02E71230864}" type="presParOf" srcId="{6749A960-0A26-BA43-8DE6-68E1A69AAA92}" destId="{F14B41C3-566E-784C-B9A4-071D1162A304}" srcOrd="5" destOrd="0" presId="urn:microsoft.com/office/officeart/2005/8/layout/vList2"/>
    <dgm:cxn modelId="{A2F9B7AD-34F5-5044-8CE1-87EE4CB7B159}" type="presParOf" srcId="{6749A960-0A26-BA43-8DE6-68E1A69AAA92}" destId="{327A4E1A-8EA6-AD4D-8645-9CD49329D83F}" srcOrd="6" destOrd="0" presId="urn:microsoft.com/office/officeart/2005/8/layout/vList2"/>
    <dgm:cxn modelId="{C4F1BB70-51EA-0F44-A5B0-38827174D6F9}" type="presParOf" srcId="{6749A960-0A26-BA43-8DE6-68E1A69AAA92}" destId="{F00A0682-2361-BB47-A48C-84E7C228D4E2}" srcOrd="7" destOrd="0" presId="urn:microsoft.com/office/officeart/2005/8/layout/vList2"/>
    <dgm:cxn modelId="{277919F7-92E6-DD4D-9EC3-0229E6AE94F4}" type="presParOf" srcId="{6749A960-0A26-BA43-8DE6-68E1A69AAA92}" destId="{E62E91BC-C944-1B4A-862F-08389EF546B9}" srcOrd="8" destOrd="0" presId="urn:microsoft.com/office/officeart/2005/8/layout/vList2"/>
    <dgm:cxn modelId="{A0D6CEEF-827B-2744-94F5-2E617D70F0BC}" type="presParOf" srcId="{6749A960-0A26-BA43-8DE6-68E1A69AAA92}" destId="{2416012F-D2B4-7048-A9EA-9BF70DEF73D7}" srcOrd="9" destOrd="0" presId="urn:microsoft.com/office/officeart/2005/8/layout/vList2"/>
    <dgm:cxn modelId="{B43E05D5-7DEB-4743-93DA-979F11F45709}" type="presParOf" srcId="{6749A960-0A26-BA43-8DE6-68E1A69AAA92}" destId="{13979A95-3A6B-6D40-833E-D539D3E019B1}" srcOrd="1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F99E69-0E63-F24B-B731-140853E16C4C}">
      <dsp:nvSpPr>
        <dsp:cNvPr id="0" name=""/>
        <dsp:cNvSpPr/>
      </dsp:nvSpPr>
      <dsp:spPr>
        <a:xfrm>
          <a:off x="0" y="57721"/>
          <a:ext cx="6263640" cy="983384"/>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l" defTabSz="1822450">
            <a:lnSpc>
              <a:spcPct val="90000"/>
            </a:lnSpc>
            <a:spcBef>
              <a:spcPct val="0"/>
            </a:spcBef>
            <a:spcAft>
              <a:spcPct val="35000"/>
            </a:spcAft>
            <a:buNone/>
          </a:pPr>
          <a:r>
            <a:rPr lang="en-US" sz="4100" b="0" i="0" kern="1200"/>
            <a:t>Background – images, color</a:t>
          </a:r>
          <a:endParaRPr lang="en-US" sz="4100" kern="1200"/>
        </a:p>
      </dsp:txBody>
      <dsp:txXfrm>
        <a:off x="48005" y="105726"/>
        <a:ext cx="6167630" cy="887374"/>
      </dsp:txXfrm>
    </dsp:sp>
    <dsp:sp modelId="{C7FA660D-DC62-C44C-8126-3621D430BA91}">
      <dsp:nvSpPr>
        <dsp:cNvPr id="0" name=""/>
        <dsp:cNvSpPr/>
      </dsp:nvSpPr>
      <dsp:spPr>
        <a:xfrm>
          <a:off x="0" y="1159186"/>
          <a:ext cx="6263640" cy="983384"/>
        </a:xfrm>
        <a:prstGeom prst="roundRect">
          <a:avLst/>
        </a:prstGeom>
        <a:solidFill>
          <a:schemeClr val="accent5">
            <a:hueOff val="-1689636"/>
            <a:satOff val="-4355"/>
            <a:lumOff val="-294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l" defTabSz="1822450">
            <a:lnSpc>
              <a:spcPct val="90000"/>
            </a:lnSpc>
            <a:spcBef>
              <a:spcPct val="0"/>
            </a:spcBef>
            <a:spcAft>
              <a:spcPct val="35000"/>
            </a:spcAft>
            <a:buNone/>
          </a:pPr>
          <a:r>
            <a:rPr lang="en-US" sz="4100" kern="1200"/>
            <a:t>Border</a:t>
          </a:r>
        </a:p>
      </dsp:txBody>
      <dsp:txXfrm>
        <a:off x="48005" y="1207191"/>
        <a:ext cx="6167630" cy="887374"/>
      </dsp:txXfrm>
    </dsp:sp>
    <dsp:sp modelId="{09C02D17-6956-B545-B55C-6557D686B3AD}">
      <dsp:nvSpPr>
        <dsp:cNvPr id="0" name=""/>
        <dsp:cNvSpPr/>
      </dsp:nvSpPr>
      <dsp:spPr>
        <a:xfrm>
          <a:off x="0" y="2260651"/>
          <a:ext cx="6263640" cy="983384"/>
        </a:xfrm>
        <a:prstGeom prst="roundRect">
          <a:avLst/>
        </a:prstGeom>
        <a:solidFill>
          <a:schemeClr val="accent5">
            <a:hueOff val="-3379271"/>
            <a:satOff val="-8710"/>
            <a:lumOff val="-588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l" defTabSz="1822450">
            <a:lnSpc>
              <a:spcPct val="90000"/>
            </a:lnSpc>
            <a:spcBef>
              <a:spcPct val="0"/>
            </a:spcBef>
            <a:spcAft>
              <a:spcPct val="35000"/>
            </a:spcAft>
            <a:buNone/>
          </a:pPr>
          <a:r>
            <a:rPr lang="en-US" sz="4100" kern="1200"/>
            <a:t>Icons</a:t>
          </a:r>
        </a:p>
      </dsp:txBody>
      <dsp:txXfrm>
        <a:off x="48005" y="2308656"/>
        <a:ext cx="6167630" cy="887374"/>
      </dsp:txXfrm>
    </dsp:sp>
    <dsp:sp modelId="{72CFB082-7279-7249-95CD-02AA87A07661}">
      <dsp:nvSpPr>
        <dsp:cNvPr id="0" name=""/>
        <dsp:cNvSpPr/>
      </dsp:nvSpPr>
      <dsp:spPr>
        <a:xfrm>
          <a:off x="0" y="3362116"/>
          <a:ext cx="6263640" cy="983384"/>
        </a:xfrm>
        <a:prstGeom prst="roundRect">
          <a:avLst/>
        </a:prstGeom>
        <a:solidFill>
          <a:schemeClr val="accent5">
            <a:hueOff val="-5068907"/>
            <a:satOff val="-13064"/>
            <a:lumOff val="-882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l" defTabSz="1822450">
            <a:lnSpc>
              <a:spcPct val="90000"/>
            </a:lnSpc>
            <a:spcBef>
              <a:spcPct val="0"/>
            </a:spcBef>
            <a:spcAft>
              <a:spcPct val="35000"/>
            </a:spcAft>
            <a:buNone/>
          </a:pPr>
          <a:r>
            <a:rPr lang="en-US" sz="4100" kern="1200" dirty="0"/>
            <a:t>List (small stuff for fun)</a:t>
          </a:r>
        </a:p>
      </dsp:txBody>
      <dsp:txXfrm>
        <a:off x="48005" y="3410121"/>
        <a:ext cx="6167630" cy="887374"/>
      </dsp:txXfrm>
    </dsp:sp>
    <dsp:sp modelId="{7240A7C5-E38D-7A40-A99A-EC782E5D836E}">
      <dsp:nvSpPr>
        <dsp:cNvPr id="0" name=""/>
        <dsp:cNvSpPr/>
      </dsp:nvSpPr>
      <dsp:spPr>
        <a:xfrm>
          <a:off x="0" y="4463581"/>
          <a:ext cx="6263640" cy="983384"/>
        </a:xfrm>
        <a:prstGeom prst="roundRect">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l" defTabSz="1822450">
            <a:lnSpc>
              <a:spcPct val="90000"/>
            </a:lnSpc>
            <a:spcBef>
              <a:spcPct val="0"/>
            </a:spcBef>
            <a:spcAft>
              <a:spcPct val="35000"/>
            </a:spcAft>
            <a:buNone/>
          </a:pPr>
          <a:r>
            <a:rPr lang="en-US" sz="4100" kern="1200" dirty="0"/>
            <a:t>Selectors</a:t>
          </a:r>
        </a:p>
      </dsp:txBody>
      <dsp:txXfrm>
        <a:off x="48005" y="4511586"/>
        <a:ext cx="6167630" cy="88737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8D7CDF-A59F-EA42-9098-02D30732575F}">
      <dsp:nvSpPr>
        <dsp:cNvPr id="0" name=""/>
        <dsp:cNvSpPr/>
      </dsp:nvSpPr>
      <dsp:spPr>
        <a:xfrm>
          <a:off x="0" y="18850"/>
          <a:ext cx="6367912" cy="6367912"/>
        </a:xfrm>
        <a:prstGeom prst="diamond">
          <a:avLst/>
        </a:prstGeom>
        <a:solidFill>
          <a:schemeClr val="dk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E060C09-A2A2-8C40-BFC8-8D104D598D8B}">
      <dsp:nvSpPr>
        <dsp:cNvPr id="0" name=""/>
        <dsp:cNvSpPr/>
      </dsp:nvSpPr>
      <dsp:spPr>
        <a:xfrm>
          <a:off x="604951" y="623801"/>
          <a:ext cx="2483486" cy="2483486"/>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b="0" i="0" kern="1200"/>
            <a:t>&lt;title&gt;: This tag defines the title of the document, which is usually displayed in the title bar or tab of the web browser.</a:t>
          </a:r>
          <a:endParaRPr lang="en-US" sz="2100" kern="1200"/>
        </a:p>
      </dsp:txBody>
      <dsp:txXfrm>
        <a:off x="726185" y="745035"/>
        <a:ext cx="2241018" cy="2241018"/>
      </dsp:txXfrm>
    </dsp:sp>
    <dsp:sp modelId="{AFCD88F1-0C95-7442-A522-A0D87E1EA090}">
      <dsp:nvSpPr>
        <dsp:cNvPr id="0" name=""/>
        <dsp:cNvSpPr/>
      </dsp:nvSpPr>
      <dsp:spPr>
        <a:xfrm>
          <a:off x="3279475" y="623801"/>
          <a:ext cx="2483486" cy="2483486"/>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b="0" i="0" kern="1200"/>
            <a:t>&lt;link&gt;: This tag is used to link to external resources, such as stylesheets or favicons.</a:t>
          </a:r>
          <a:endParaRPr lang="en-US" sz="2100" kern="1200"/>
        </a:p>
      </dsp:txBody>
      <dsp:txXfrm>
        <a:off x="3400709" y="745035"/>
        <a:ext cx="2241018" cy="2241018"/>
      </dsp:txXfrm>
    </dsp:sp>
    <dsp:sp modelId="{07FCEF3E-497F-0842-959C-22179BA69653}">
      <dsp:nvSpPr>
        <dsp:cNvPr id="0" name=""/>
        <dsp:cNvSpPr/>
      </dsp:nvSpPr>
      <dsp:spPr>
        <a:xfrm>
          <a:off x="604951" y="3298325"/>
          <a:ext cx="2483486" cy="2483486"/>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b="0" i="0" kern="1200"/>
            <a:t>&lt;meta&gt;: This tag is used to provide metadata about the document, such as its author, keywords, and description.</a:t>
          </a:r>
          <a:endParaRPr lang="en-US" sz="2100" kern="1200"/>
        </a:p>
      </dsp:txBody>
      <dsp:txXfrm>
        <a:off x="726185" y="3419559"/>
        <a:ext cx="2241018" cy="2241018"/>
      </dsp:txXfrm>
    </dsp:sp>
    <dsp:sp modelId="{01AC7B5B-4282-D44A-B10C-0FDBFA352AC1}">
      <dsp:nvSpPr>
        <dsp:cNvPr id="0" name=""/>
        <dsp:cNvSpPr/>
      </dsp:nvSpPr>
      <dsp:spPr>
        <a:xfrm>
          <a:off x="3279475" y="3298325"/>
          <a:ext cx="2483486" cy="2483486"/>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b="0" i="0" kern="1200"/>
            <a:t>&lt;style&gt;: This tag is used to define style information for the document, such as fonts and colors.</a:t>
          </a:r>
          <a:endParaRPr lang="en-US" sz="2100" kern="1200"/>
        </a:p>
      </dsp:txBody>
      <dsp:txXfrm>
        <a:off x="3400709" y="3419559"/>
        <a:ext cx="2241018" cy="224101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64EAC62-A688-B04B-ADF7-C8C03ED01B74}">
      <dsp:nvSpPr>
        <dsp:cNvPr id="0" name=""/>
        <dsp:cNvSpPr/>
      </dsp:nvSpPr>
      <dsp:spPr>
        <a:xfrm>
          <a:off x="0" y="4599"/>
          <a:ext cx="5314543" cy="636480"/>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0" i="0" kern="1200"/>
            <a:t>background-repeat: Controls how the background image is repeated. Accepts the following values:</a:t>
          </a:r>
          <a:endParaRPr lang="en-US" sz="1600" kern="1200"/>
        </a:p>
      </dsp:txBody>
      <dsp:txXfrm>
        <a:off x="31070" y="35669"/>
        <a:ext cx="5252403" cy="574340"/>
      </dsp:txXfrm>
    </dsp:sp>
    <dsp:sp modelId="{6B8D9B59-3E0C-F643-BE9B-23BCED3DE934}">
      <dsp:nvSpPr>
        <dsp:cNvPr id="0" name=""/>
        <dsp:cNvSpPr/>
      </dsp:nvSpPr>
      <dsp:spPr>
        <a:xfrm>
          <a:off x="0" y="687159"/>
          <a:ext cx="5314543" cy="636480"/>
        </a:xfrm>
        <a:prstGeom prst="roundRect">
          <a:avLst/>
        </a:prstGeom>
        <a:gradFill rotWithShape="0">
          <a:gsLst>
            <a:gs pos="0">
              <a:schemeClr val="accent5">
                <a:hueOff val="-1689636"/>
                <a:satOff val="-4355"/>
                <a:lumOff val="-2941"/>
                <a:alphaOff val="0"/>
                <a:satMod val="103000"/>
                <a:lumMod val="102000"/>
                <a:tint val="94000"/>
              </a:schemeClr>
            </a:gs>
            <a:gs pos="50000">
              <a:schemeClr val="accent5">
                <a:hueOff val="-1689636"/>
                <a:satOff val="-4355"/>
                <a:lumOff val="-2941"/>
                <a:alphaOff val="0"/>
                <a:satMod val="110000"/>
                <a:lumMod val="100000"/>
                <a:shade val="100000"/>
              </a:schemeClr>
            </a:gs>
            <a:gs pos="100000">
              <a:schemeClr val="accent5">
                <a:hueOff val="-1689636"/>
                <a:satOff val="-4355"/>
                <a:lumOff val="-2941"/>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rtl="0">
            <a:lnSpc>
              <a:spcPct val="90000"/>
            </a:lnSpc>
            <a:spcBef>
              <a:spcPct val="0"/>
            </a:spcBef>
            <a:spcAft>
              <a:spcPct val="35000"/>
            </a:spcAft>
            <a:buNone/>
          </a:pPr>
          <a:r>
            <a:rPr lang="en-US" sz="1600" kern="1200" dirty="0"/>
            <a:t>Repeat: The image is repeated both horizontally and vertically</a:t>
          </a:r>
        </a:p>
      </dsp:txBody>
      <dsp:txXfrm>
        <a:off x="31070" y="718229"/>
        <a:ext cx="5252403" cy="574340"/>
      </dsp:txXfrm>
    </dsp:sp>
    <dsp:sp modelId="{28708610-ABDB-8740-909C-08C8F0FD8C5A}">
      <dsp:nvSpPr>
        <dsp:cNvPr id="0" name=""/>
        <dsp:cNvSpPr/>
      </dsp:nvSpPr>
      <dsp:spPr>
        <a:xfrm>
          <a:off x="0" y="1369719"/>
          <a:ext cx="5314543" cy="636480"/>
        </a:xfrm>
        <a:prstGeom prst="roundRect">
          <a:avLst/>
        </a:prstGeom>
        <a:gradFill rotWithShape="0">
          <a:gsLst>
            <a:gs pos="0">
              <a:schemeClr val="accent5">
                <a:hueOff val="-3379271"/>
                <a:satOff val="-8710"/>
                <a:lumOff val="-5883"/>
                <a:alphaOff val="0"/>
                <a:satMod val="103000"/>
                <a:lumMod val="102000"/>
                <a:tint val="94000"/>
              </a:schemeClr>
            </a:gs>
            <a:gs pos="50000">
              <a:schemeClr val="accent5">
                <a:hueOff val="-3379271"/>
                <a:satOff val="-8710"/>
                <a:lumOff val="-5883"/>
                <a:alphaOff val="0"/>
                <a:satMod val="110000"/>
                <a:lumMod val="100000"/>
                <a:shade val="100000"/>
              </a:schemeClr>
            </a:gs>
            <a:gs pos="100000">
              <a:schemeClr val="accent5">
                <a:hueOff val="-3379271"/>
                <a:satOff val="-8710"/>
                <a:lumOff val="-5883"/>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0" i="0" kern="1200" dirty="0"/>
            <a:t>repeat-x: The image is repeated horizontally.</a:t>
          </a:r>
          <a:endParaRPr lang="en-US" sz="1600" kern="1200" dirty="0"/>
        </a:p>
      </dsp:txBody>
      <dsp:txXfrm>
        <a:off x="31070" y="1400789"/>
        <a:ext cx="5252403" cy="574340"/>
      </dsp:txXfrm>
    </dsp:sp>
    <dsp:sp modelId="{F833BBC7-E16D-2C4D-8E04-B75634A6B2F7}">
      <dsp:nvSpPr>
        <dsp:cNvPr id="0" name=""/>
        <dsp:cNvSpPr/>
      </dsp:nvSpPr>
      <dsp:spPr>
        <a:xfrm>
          <a:off x="0" y="2052280"/>
          <a:ext cx="5314543" cy="636480"/>
        </a:xfrm>
        <a:prstGeom prst="roundRect">
          <a:avLst/>
        </a:prstGeom>
        <a:gradFill rotWithShape="0">
          <a:gsLst>
            <a:gs pos="0">
              <a:schemeClr val="accent5">
                <a:hueOff val="-5068907"/>
                <a:satOff val="-13064"/>
                <a:lumOff val="-8824"/>
                <a:alphaOff val="0"/>
                <a:satMod val="103000"/>
                <a:lumMod val="102000"/>
                <a:tint val="94000"/>
              </a:schemeClr>
            </a:gs>
            <a:gs pos="50000">
              <a:schemeClr val="accent5">
                <a:hueOff val="-5068907"/>
                <a:satOff val="-13064"/>
                <a:lumOff val="-8824"/>
                <a:alphaOff val="0"/>
                <a:satMod val="110000"/>
                <a:lumMod val="100000"/>
                <a:shade val="100000"/>
              </a:schemeClr>
            </a:gs>
            <a:gs pos="100000">
              <a:schemeClr val="accent5">
                <a:hueOff val="-5068907"/>
                <a:satOff val="-13064"/>
                <a:lumOff val="-8824"/>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0" i="0" kern="1200"/>
            <a:t>repeat-y: The image is repeated vertically.</a:t>
          </a:r>
          <a:endParaRPr lang="en-US" sz="1600" kern="1200"/>
        </a:p>
      </dsp:txBody>
      <dsp:txXfrm>
        <a:off x="31070" y="2083350"/>
        <a:ext cx="5252403" cy="574340"/>
      </dsp:txXfrm>
    </dsp:sp>
    <dsp:sp modelId="{86FBF6A1-3EA5-2540-ADD9-696218F6C34B}">
      <dsp:nvSpPr>
        <dsp:cNvPr id="0" name=""/>
        <dsp:cNvSpPr/>
      </dsp:nvSpPr>
      <dsp:spPr>
        <a:xfrm>
          <a:off x="0" y="2734839"/>
          <a:ext cx="5314543" cy="636480"/>
        </a:xfrm>
        <a:prstGeom prst="roundRect">
          <a:avLst/>
        </a:prstGeom>
        <a:gradFill rotWithShape="0">
          <a:gsLst>
            <a:gs pos="0">
              <a:schemeClr val="accent5">
                <a:hueOff val="-6758543"/>
                <a:satOff val="-17419"/>
                <a:lumOff val="-11765"/>
                <a:alphaOff val="0"/>
                <a:satMod val="103000"/>
                <a:lumMod val="102000"/>
                <a:tint val="94000"/>
              </a:schemeClr>
            </a:gs>
            <a:gs pos="50000">
              <a:schemeClr val="accent5">
                <a:hueOff val="-6758543"/>
                <a:satOff val="-17419"/>
                <a:lumOff val="-11765"/>
                <a:alphaOff val="0"/>
                <a:satMod val="110000"/>
                <a:lumMod val="100000"/>
                <a:shade val="100000"/>
              </a:schemeClr>
            </a:gs>
            <a:gs pos="100000">
              <a:schemeClr val="accent5">
                <a:hueOff val="-6758543"/>
                <a:satOff val="-17419"/>
                <a:lumOff val="-11765"/>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0" i="0" kern="1200"/>
            <a:t>no-repeat: The image is not repeated</a:t>
          </a:r>
          <a:endParaRPr lang="en-US" sz="1600" kern="1200"/>
        </a:p>
      </dsp:txBody>
      <dsp:txXfrm>
        <a:off x="31070" y="2765909"/>
        <a:ext cx="5252403" cy="57434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C4A53E-B25B-0F41-96E7-066B9599EF50}">
      <dsp:nvSpPr>
        <dsp:cNvPr id="0" name=""/>
        <dsp:cNvSpPr/>
      </dsp:nvSpPr>
      <dsp:spPr>
        <a:xfrm>
          <a:off x="0" y="30878"/>
          <a:ext cx="6263640" cy="1044809"/>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In CSS, the box model is a set of rules that define how elements are displayed on the web page. It includes the element's content, padding, border, and margin.</a:t>
          </a:r>
        </a:p>
      </dsp:txBody>
      <dsp:txXfrm>
        <a:off x="51003" y="81881"/>
        <a:ext cx="6161634" cy="942803"/>
      </dsp:txXfrm>
    </dsp:sp>
    <dsp:sp modelId="{F2016CCE-4F4C-FC4E-998E-F2F00BCE0757}">
      <dsp:nvSpPr>
        <dsp:cNvPr id="0" name=""/>
        <dsp:cNvSpPr/>
      </dsp:nvSpPr>
      <dsp:spPr>
        <a:xfrm>
          <a:off x="0" y="1130408"/>
          <a:ext cx="6263640" cy="1044809"/>
        </a:xfrm>
        <a:prstGeom prst="roundRect">
          <a:avLst/>
        </a:prstGeom>
        <a:solidFill>
          <a:schemeClr val="accent5">
            <a:hueOff val="-1689636"/>
            <a:satOff val="-4355"/>
            <a:lumOff val="-294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The content of an element is the element's innermost part, where you put your text, images, or other content.</a:t>
          </a:r>
        </a:p>
      </dsp:txBody>
      <dsp:txXfrm>
        <a:off x="51003" y="1181411"/>
        <a:ext cx="6161634" cy="942803"/>
      </dsp:txXfrm>
    </dsp:sp>
    <dsp:sp modelId="{7436C7E5-DC43-BE4F-A51A-9DB9E23C2CEA}">
      <dsp:nvSpPr>
        <dsp:cNvPr id="0" name=""/>
        <dsp:cNvSpPr/>
      </dsp:nvSpPr>
      <dsp:spPr>
        <a:xfrm>
          <a:off x="0" y="2229939"/>
          <a:ext cx="6263640" cy="1044809"/>
        </a:xfrm>
        <a:prstGeom prst="roundRect">
          <a:avLst/>
        </a:prstGeom>
        <a:solidFill>
          <a:schemeClr val="accent5">
            <a:hueOff val="-3379271"/>
            <a:satOff val="-8710"/>
            <a:lumOff val="-588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The padding is the space between the content and the border. The padding is transparent, so you can see the element's background color or image through it.</a:t>
          </a:r>
        </a:p>
      </dsp:txBody>
      <dsp:txXfrm>
        <a:off x="51003" y="2280942"/>
        <a:ext cx="6161634" cy="942803"/>
      </dsp:txXfrm>
    </dsp:sp>
    <dsp:sp modelId="{0E4589A5-EC09-6044-BD5D-E593A579AFC3}">
      <dsp:nvSpPr>
        <dsp:cNvPr id="0" name=""/>
        <dsp:cNvSpPr/>
      </dsp:nvSpPr>
      <dsp:spPr>
        <a:xfrm>
          <a:off x="0" y="3329468"/>
          <a:ext cx="6263640" cy="1044809"/>
        </a:xfrm>
        <a:prstGeom prst="roundRect">
          <a:avLst/>
        </a:prstGeom>
        <a:solidFill>
          <a:schemeClr val="accent5">
            <a:hueOff val="-5068907"/>
            <a:satOff val="-13064"/>
            <a:lumOff val="-882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The border is a line that goes around the element's padding and content. The border can have a color, style, and width.</a:t>
          </a:r>
        </a:p>
      </dsp:txBody>
      <dsp:txXfrm>
        <a:off x="51003" y="3380471"/>
        <a:ext cx="6161634" cy="942803"/>
      </dsp:txXfrm>
    </dsp:sp>
    <dsp:sp modelId="{119A3ADC-77D0-CD40-A580-7CC2D6DB58C6}">
      <dsp:nvSpPr>
        <dsp:cNvPr id="0" name=""/>
        <dsp:cNvSpPr/>
      </dsp:nvSpPr>
      <dsp:spPr>
        <a:xfrm>
          <a:off x="0" y="4428998"/>
          <a:ext cx="6263640" cy="1044809"/>
        </a:xfrm>
        <a:prstGeom prst="roundRect">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The margin is the space outside the border, between the border of the element and the other elements around it. The margin is also transparent.</a:t>
          </a:r>
        </a:p>
      </dsp:txBody>
      <dsp:txXfrm>
        <a:off x="51003" y="4480001"/>
        <a:ext cx="6161634" cy="94280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8FCBF2-AC8E-1A44-BF81-B8A5CD5203DB}">
      <dsp:nvSpPr>
        <dsp:cNvPr id="0" name=""/>
        <dsp:cNvSpPr/>
      </dsp:nvSpPr>
      <dsp:spPr>
        <a:xfrm>
          <a:off x="1286" y="182434"/>
          <a:ext cx="2743298" cy="3420550"/>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0" i="0" kern="1200" dirty="0"/>
            <a:t>In CSS, the </a:t>
          </a:r>
          <a:r>
            <a:rPr lang="en-US" sz="1600" kern="1200" dirty="0"/>
            <a:t>height</a:t>
          </a:r>
          <a:r>
            <a:rPr lang="en-US" sz="1600" b="0" i="0" kern="1200" dirty="0"/>
            <a:t> property specifies the height of an element. The height can be set to a specific length, or it can be set to </a:t>
          </a:r>
          <a:r>
            <a:rPr lang="en-US" sz="1600" kern="1200" dirty="0"/>
            <a:t>auto</a:t>
          </a:r>
          <a:r>
            <a:rPr lang="en-US" sz="1600" b="0" i="0" kern="1200" dirty="0"/>
            <a:t>, which will automatically adjust the height based on the content inside the element. The </a:t>
          </a:r>
          <a:r>
            <a:rPr lang="en-US" sz="1600" kern="1200" dirty="0"/>
            <a:t>height</a:t>
          </a:r>
          <a:r>
            <a:rPr lang="en-US" sz="1600" b="0" i="0" kern="1200" dirty="0"/>
            <a:t> property can be used on block-level elements, inline elements, and replaced elements. It applies to both the content box and the padding box of the element.</a:t>
          </a:r>
          <a:endParaRPr lang="en-US" sz="1600" kern="1200" dirty="0"/>
        </a:p>
      </dsp:txBody>
      <dsp:txXfrm>
        <a:off x="81634" y="262782"/>
        <a:ext cx="2582602" cy="3259854"/>
      </dsp:txXfrm>
    </dsp:sp>
    <dsp:sp modelId="{5E795770-EDC7-EB41-AECE-5A27A9E9B65C}">
      <dsp:nvSpPr>
        <dsp:cNvPr id="0" name=""/>
        <dsp:cNvSpPr/>
      </dsp:nvSpPr>
      <dsp:spPr>
        <a:xfrm>
          <a:off x="3018914" y="1552540"/>
          <a:ext cx="581579" cy="680338"/>
        </a:xfrm>
        <a:prstGeom prst="rightArrow">
          <a:avLst>
            <a:gd name="adj1" fmla="val 60000"/>
            <a:gd name="adj2" fmla="val 5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3018914" y="1688608"/>
        <a:ext cx="407105" cy="408202"/>
      </dsp:txXfrm>
    </dsp:sp>
    <dsp:sp modelId="{0396A0F4-F77A-9B4D-B749-AEF0A7F6BB3C}">
      <dsp:nvSpPr>
        <dsp:cNvPr id="0" name=""/>
        <dsp:cNvSpPr/>
      </dsp:nvSpPr>
      <dsp:spPr>
        <a:xfrm>
          <a:off x="3841904" y="182434"/>
          <a:ext cx="2743298" cy="3420550"/>
        </a:xfrm>
        <a:prstGeom prst="roundRect">
          <a:avLst>
            <a:gd name="adj" fmla="val 10000"/>
          </a:avLst>
        </a:prstGeom>
        <a:gradFill rotWithShape="0">
          <a:gsLst>
            <a:gs pos="0">
              <a:schemeClr val="accent2">
                <a:hueOff val="-1455363"/>
                <a:satOff val="-83928"/>
                <a:lumOff val="8628"/>
                <a:alphaOff val="0"/>
                <a:satMod val="103000"/>
                <a:lumMod val="102000"/>
                <a:tint val="94000"/>
              </a:schemeClr>
            </a:gs>
            <a:gs pos="50000">
              <a:schemeClr val="accent2">
                <a:hueOff val="-1455363"/>
                <a:satOff val="-83928"/>
                <a:lumOff val="8628"/>
                <a:alphaOff val="0"/>
                <a:satMod val="110000"/>
                <a:lumMod val="100000"/>
                <a:shade val="100000"/>
              </a:schemeClr>
            </a:gs>
            <a:gs pos="100000">
              <a:schemeClr val="accent2">
                <a:hueOff val="-1455363"/>
                <a:satOff val="-83928"/>
                <a:lumOff val="8628"/>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You can also use the min-height and max-height properties to set a minimum or maximum height for an element, respectively. These can be useful when you want to ensure that an element takes up at least a certain amount of space, or when you want to prevent an element from becoming too large.</a:t>
          </a:r>
        </a:p>
      </dsp:txBody>
      <dsp:txXfrm>
        <a:off x="3922252" y="262782"/>
        <a:ext cx="2582602" cy="325985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F8CFBA-16E5-6044-ACDD-FBFE3C51C872}">
      <dsp:nvSpPr>
        <dsp:cNvPr id="0" name=""/>
        <dsp:cNvSpPr/>
      </dsp:nvSpPr>
      <dsp:spPr>
        <a:xfrm>
          <a:off x="0" y="43730"/>
          <a:ext cx="6489509" cy="82485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a:t>The transform property in CSS allows you to apply a transformation to an element. A transformation is a visual effect that changes the appearance of an element in some way.</a:t>
          </a:r>
        </a:p>
      </dsp:txBody>
      <dsp:txXfrm>
        <a:off x="40266" y="83996"/>
        <a:ext cx="6408977" cy="744318"/>
      </dsp:txXfrm>
    </dsp:sp>
    <dsp:sp modelId="{3D1AF046-C3C4-6C4C-87AA-40E4993E689D}">
      <dsp:nvSpPr>
        <dsp:cNvPr id="0" name=""/>
        <dsp:cNvSpPr/>
      </dsp:nvSpPr>
      <dsp:spPr>
        <a:xfrm>
          <a:off x="0" y="911780"/>
          <a:ext cx="6489509" cy="824850"/>
        </a:xfrm>
        <a:prstGeom prst="roundRect">
          <a:avLst/>
        </a:prstGeom>
        <a:solidFill>
          <a:schemeClr val="accent5">
            <a:hueOff val="-1351709"/>
            <a:satOff val="-3484"/>
            <a:lumOff val="-235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a:t>The transform property has a number of different functions that you can use to transform an element, including:</a:t>
          </a:r>
        </a:p>
      </dsp:txBody>
      <dsp:txXfrm>
        <a:off x="40266" y="952046"/>
        <a:ext cx="6408977" cy="744318"/>
      </dsp:txXfrm>
    </dsp:sp>
    <dsp:sp modelId="{D97CC709-5301-984C-93E1-935AECA59674}">
      <dsp:nvSpPr>
        <dsp:cNvPr id="0" name=""/>
        <dsp:cNvSpPr/>
      </dsp:nvSpPr>
      <dsp:spPr>
        <a:xfrm>
          <a:off x="0" y="1779830"/>
          <a:ext cx="6489509" cy="824850"/>
        </a:xfrm>
        <a:prstGeom prst="roundRect">
          <a:avLst/>
        </a:prstGeom>
        <a:solidFill>
          <a:schemeClr val="accent5">
            <a:hueOff val="-2703417"/>
            <a:satOff val="-6968"/>
            <a:lumOff val="-470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a:t>translate: Moves an element along the X and Y axes.</a:t>
          </a:r>
        </a:p>
      </dsp:txBody>
      <dsp:txXfrm>
        <a:off x="40266" y="1820096"/>
        <a:ext cx="6408977" cy="744318"/>
      </dsp:txXfrm>
    </dsp:sp>
    <dsp:sp modelId="{327A4E1A-8EA6-AD4D-8645-9CD49329D83F}">
      <dsp:nvSpPr>
        <dsp:cNvPr id="0" name=""/>
        <dsp:cNvSpPr/>
      </dsp:nvSpPr>
      <dsp:spPr>
        <a:xfrm>
          <a:off x="0" y="2647880"/>
          <a:ext cx="6489509" cy="824850"/>
        </a:xfrm>
        <a:prstGeom prst="roundRect">
          <a:avLst/>
        </a:prstGeom>
        <a:solidFill>
          <a:schemeClr val="accent5">
            <a:hueOff val="-4055126"/>
            <a:satOff val="-10451"/>
            <a:lumOff val="-705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a:t>scale: Scales an element up or down in size.</a:t>
          </a:r>
        </a:p>
      </dsp:txBody>
      <dsp:txXfrm>
        <a:off x="40266" y="2688146"/>
        <a:ext cx="6408977" cy="744318"/>
      </dsp:txXfrm>
    </dsp:sp>
    <dsp:sp modelId="{E62E91BC-C944-1B4A-862F-08389EF546B9}">
      <dsp:nvSpPr>
        <dsp:cNvPr id="0" name=""/>
        <dsp:cNvSpPr/>
      </dsp:nvSpPr>
      <dsp:spPr>
        <a:xfrm>
          <a:off x="0" y="3515930"/>
          <a:ext cx="6489509" cy="824850"/>
        </a:xfrm>
        <a:prstGeom prst="roundRect">
          <a:avLst/>
        </a:prstGeom>
        <a:solidFill>
          <a:schemeClr val="accent5">
            <a:hueOff val="-5406834"/>
            <a:satOff val="-13935"/>
            <a:lumOff val="-941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a:t>rotate: Rotates an element clockwise or counterclockwise.</a:t>
          </a:r>
        </a:p>
      </dsp:txBody>
      <dsp:txXfrm>
        <a:off x="40266" y="3556196"/>
        <a:ext cx="6408977" cy="744318"/>
      </dsp:txXfrm>
    </dsp:sp>
    <dsp:sp modelId="{13979A95-3A6B-6D40-833E-D539D3E019B1}">
      <dsp:nvSpPr>
        <dsp:cNvPr id="0" name=""/>
        <dsp:cNvSpPr/>
      </dsp:nvSpPr>
      <dsp:spPr>
        <a:xfrm>
          <a:off x="0" y="4383980"/>
          <a:ext cx="6489509" cy="824850"/>
        </a:xfrm>
        <a:prstGeom prst="roundRect">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a:t>skew: Skews an element horizontally or vertically.</a:t>
          </a:r>
        </a:p>
      </dsp:txBody>
      <dsp:txXfrm>
        <a:off x="40266" y="4424246"/>
        <a:ext cx="6408977" cy="744318"/>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DF54F-FF77-3E51-5F6C-4680AE8D52B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L"/>
          </a:p>
        </p:txBody>
      </p:sp>
      <p:sp>
        <p:nvSpPr>
          <p:cNvPr id="3" name="Subtitle 2">
            <a:extLst>
              <a:ext uri="{FF2B5EF4-FFF2-40B4-BE49-F238E27FC236}">
                <a16:creationId xmlns:a16="http://schemas.microsoft.com/office/drawing/2014/main" id="{BB076E4D-144E-FC37-E1D2-0C105420523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L"/>
          </a:p>
        </p:txBody>
      </p:sp>
      <p:sp>
        <p:nvSpPr>
          <p:cNvPr id="4" name="Date Placeholder 3">
            <a:extLst>
              <a:ext uri="{FF2B5EF4-FFF2-40B4-BE49-F238E27FC236}">
                <a16:creationId xmlns:a16="http://schemas.microsoft.com/office/drawing/2014/main" id="{28664B06-0BDE-7279-32C2-F062C6D3668C}"/>
              </a:ext>
            </a:extLst>
          </p:cNvPr>
          <p:cNvSpPr>
            <a:spLocks noGrp="1"/>
          </p:cNvSpPr>
          <p:nvPr>
            <p:ph type="dt" sz="half" idx="10"/>
          </p:nvPr>
        </p:nvSpPr>
        <p:spPr/>
        <p:txBody>
          <a:bodyPr/>
          <a:lstStyle/>
          <a:p>
            <a:fld id="{E0C858BD-AA26-3249-9D78-E68179219554}" type="datetimeFigureOut">
              <a:rPr lang="en-IL" smtClean="0"/>
              <a:t>09/01/2023</a:t>
            </a:fld>
            <a:endParaRPr lang="en-IL"/>
          </a:p>
        </p:txBody>
      </p:sp>
      <p:sp>
        <p:nvSpPr>
          <p:cNvPr id="5" name="Footer Placeholder 4">
            <a:extLst>
              <a:ext uri="{FF2B5EF4-FFF2-40B4-BE49-F238E27FC236}">
                <a16:creationId xmlns:a16="http://schemas.microsoft.com/office/drawing/2014/main" id="{46D84224-2644-159F-ADAB-B7B1E469B7E3}"/>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1E61BF08-C360-D02E-CC3F-E2CEECD8D9C7}"/>
              </a:ext>
            </a:extLst>
          </p:cNvPr>
          <p:cNvSpPr>
            <a:spLocks noGrp="1"/>
          </p:cNvSpPr>
          <p:nvPr>
            <p:ph type="sldNum" sz="quarter" idx="12"/>
          </p:nvPr>
        </p:nvSpPr>
        <p:spPr/>
        <p:txBody>
          <a:bodyPr/>
          <a:lstStyle/>
          <a:p>
            <a:fld id="{8B90FA1B-E0D6-CA43-90F4-C56AEB2034A2}" type="slidenum">
              <a:rPr lang="en-IL" smtClean="0"/>
              <a:t>‹#›</a:t>
            </a:fld>
            <a:endParaRPr lang="en-IL"/>
          </a:p>
        </p:txBody>
      </p:sp>
    </p:spTree>
    <p:extLst>
      <p:ext uri="{BB962C8B-B14F-4D97-AF65-F5344CB8AC3E}">
        <p14:creationId xmlns:p14="http://schemas.microsoft.com/office/powerpoint/2010/main" val="37587886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7A297-3F0C-6A3B-C3E4-394D5BCD8659}"/>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4E46E2C5-9A11-CD85-FD47-391F90A4EF1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AD9B164E-AC17-D4C7-9EAF-28B5C4C7A6C2}"/>
              </a:ext>
            </a:extLst>
          </p:cNvPr>
          <p:cNvSpPr>
            <a:spLocks noGrp="1"/>
          </p:cNvSpPr>
          <p:nvPr>
            <p:ph type="dt" sz="half" idx="10"/>
          </p:nvPr>
        </p:nvSpPr>
        <p:spPr/>
        <p:txBody>
          <a:bodyPr/>
          <a:lstStyle/>
          <a:p>
            <a:fld id="{E0C858BD-AA26-3249-9D78-E68179219554}" type="datetimeFigureOut">
              <a:rPr lang="en-IL" smtClean="0"/>
              <a:t>09/01/2023</a:t>
            </a:fld>
            <a:endParaRPr lang="en-IL"/>
          </a:p>
        </p:txBody>
      </p:sp>
      <p:sp>
        <p:nvSpPr>
          <p:cNvPr id="5" name="Footer Placeholder 4">
            <a:extLst>
              <a:ext uri="{FF2B5EF4-FFF2-40B4-BE49-F238E27FC236}">
                <a16:creationId xmlns:a16="http://schemas.microsoft.com/office/drawing/2014/main" id="{6CCEC641-225B-1BBD-8EA7-115EDB9D919A}"/>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6AE30F88-89C6-DC71-31C6-107729E8A5B8}"/>
              </a:ext>
            </a:extLst>
          </p:cNvPr>
          <p:cNvSpPr>
            <a:spLocks noGrp="1"/>
          </p:cNvSpPr>
          <p:nvPr>
            <p:ph type="sldNum" sz="quarter" idx="12"/>
          </p:nvPr>
        </p:nvSpPr>
        <p:spPr/>
        <p:txBody>
          <a:bodyPr/>
          <a:lstStyle/>
          <a:p>
            <a:fld id="{8B90FA1B-E0D6-CA43-90F4-C56AEB2034A2}" type="slidenum">
              <a:rPr lang="en-IL" smtClean="0"/>
              <a:t>‹#›</a:t>
            </a:fld>
            <a:endParaRPr lang="en-IL"/>
          </a:p>
        </p:txBody>
      </p:sp>
    </p:spTree>
    <p:extLst>
      <p:ext uri="{BB962C8B-B14F-4D97-AF65-F5344CB8AC3E}">
        <p14:creationId xmlns:p14="http://schemas.microsoft.com/office/powerpoint/2010/main" val="40806433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AA035-6E4D-CC93-FDD6-BDB5D328DB5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L"/>
          </a:p>
        </p:txBody>
      </p:sp>
      <p:sp>
        <p:nvSpPr>
          <p:cNvPr id="3" name="Text Placeholder 2">
            <a:extLst>
              <a:ext uri="{FF2B5EF4-FFF2-40B4-BE49-F238E27FC236}">
                <a16:creationId xmlns:a16="http://schemas.microsoft.com/office/drawing/2014/main" id="{524192F0-6F79-66E3-4D28-0D981B272B8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C0A3CA2-284E-2E7A-FD02-8F7B0D2F3E17}"/>
              </a:ext>
            </a:extLst>
          </p:cNvPr>
          <p:cNvSpPr>
            <a:spLocks noGrp="1"/>
          </p:cNvSpPr>
          <p:nvPr>
            <p:ph type="dt" sz="half" idx="10"/>
          </p:nvPr>
        </p:nvSpPr>
        <p:spPr/>
        <p:txBody>
          <a:bodyPr/>
          <a:lstStyle/>
          <a:p>
            <a:fld id="{E0C858BD-AA26-3249-9D78-E68179219554}" type="datetimeFigureOut">
              <a:rPr lang="en-IL" smtClean="0"/>
              <a:t>09/01/2023</a:t>
            </a:fld>
            <a:endParaRPr lang="en-IL"/>
          </a:p>
        </p:txBody>
      </p:sp>
      <p:sp>
        <p:nvSpPr>
          <p:cNvPr id="5" name="Footer Placeholder 4">
            <a:extLst>
              <a:ext uri="{FF2B5EF4-FFF2-40B4-BE49-F238E27FC236}">
                <a16:creationId xmlns:a16="http://schemas.microsoft.com/office/drawing/2014/main" id="{E3014BE2-6DFC-78D8-A89B-5F5B5BF7DB52}"/>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5B8E00A2-720C-0B21-A254-58A19DCA7ADC}"/>
              </a:ext>
            </a:extLst>
          </p:cNvPr>
          <p:cNvSpPr>
            <a:spLocks noGrp="1"/>
          </p:cNvSpPr>
          <p:nvPr>
            <p:ph type="sldNum" sz="quarter" idx="12"/>
          </p:nvPr>
        </p:nvSpPr>
        <p:spPr/>
        <p:txBody>
          <a:bodyPr/>
          <a:lstStyle/>
          <a:p>
            <a:fld id="{8B90FA1B-E0D6-CA43-90F4-C56AEB2034A2}" type="slidenum">
              <a:rPr lang="en-IL" smtClean="0"/>
              <a:t>‹#›</a:t>
            </a:fld>
            <a:endParaRPr lang="en-IL"/>
          </a:p>
        </p:txBody>
      </p:sp>
    </p:spTree>
    <p:extLst>
      <p:ext uri="{BB962C8B-B14F-4D97-AF65-F5344CB8AC3E}">
        <p14:creationId xmlns:p14="http://schemas.microsoft.com/office/powerpoint/2010/main" val="31753988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9A804-2965-FC26-AB2C-14C3988208B4}"/>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95040886-D7D4-2B43-7F7A-61F865FE435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Content Placeholder 3">
            <a:extLst>
              <a:ext uri="{FF2B5EF4-FFF2-40B4-BE49-F238E27FC236}">
                <a16:creationId xmlns:a16="http://schemas.microsoft.com/office/drawing/2014/main" id="{50C11A44-A5A9-7F09-8073-97D67BE598B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Date Placeholder 4">
            <a:extLst>
              <a:ext uri="{FF2B5EF4-FFF2-40B4-BE49-F238E27FC236}">
                <a16:creationId xmlns:a16="http://schemas.microsoft.com/office/drawing/2014/main" id="{FEC17B04-F9AC-1EC5-843F-7CAFF1B44934}"/>
              </a:ext>
            </a:extLst>
          </p:cNvPr>
          <p:cNvSpPr>
            <a:spLocks noGrp="1"/>
          </p:cNvSpPr>
          <p:nvPr>
            <p:ph type="dt" sz="half" idx="10"/>
          </p:nvPr>
        </p:nvSpPr>
        <p:spPr/>
        <p:txBody>
          <a:bodyPr/>
          <a:lstStyle/>
          <a:p>
            <a:fld id="{E0C858BD-AA26-3249-9D78-E68179219554}" type="datetimeFigureOut">
              <a:rPr lang="en-IL" smtClean="0"/>
              <a:t>09/01/2023</a:t>
            </a:fld>
            <a:endParaRPr lang="en-IL"/>
          </a:p>
        </p:txBody>
      </p:sp>
      <p:sp>
        <p:nvSpPr>
          <p:cNvPr id="6" name="Footer Placeholder 5">
            <a:extLst>
              <a:ext uri="{FF2B5EF4-FFF2-40B4-BE49-F238E27FC236}">
                <a16:creationId xmlns:a16="http://schemas.microsoft.com/office/drawing/2014/main" id="{FCAD50EE-B32B-7D57-6533-68932B7CBF14}"/>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B0F99E9B-8B80-3BCA-1537-7DCF10FBAFDF}"/>
              </a:ext>
            </a:extLst>
          </p:cNvPr>
          <p:cNvSpPr>
            <a:spLocks noGrp="1"/>
          </p:cNvSpPr>
          <p:nvPr>
            <p:ph type="sldNum" sz="quarter" idx="12"/>
          </p:nvPr>
        </p:nvSpPr>
        <p:spPr/>
        <p:txBody>
          <a:bodyPr/>
          <a:lstStyle/>
          <a:p>
            <a:fld id="{8B90FA1B-E0D6-CA43-90F4-C56AEB2034A2}" type="slidenum">
              <a:rPr lang="en-IL" smtClean="0"/>
              <a:t>‹#›</a:t>
            </a:fld>
            <a:endParaRPr lang="en-IL"/>
          </a:p>
        </p:txBody>
      </p:sp>
    </p:spTree>
    <p:extLst>
      <p:ext uri="{BB962C8B-B14F-4D97-AF65-F5344CB8AC3E}">
        <p14:creationId xmlns:p14="http://schemas.microsoft.com/office/powerpoint/2010/main" val="36055404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F49504-80EA-CD64-F6F3-00EC677A1D4D}"/>
              </a:ext>
            </a:extLst>
          </p:cNvPr>
          <p:cNvSpPr>
            <a:spLocks noGrp="1"/>
          </p:cNvSpPr>
          <p:nvPr>
            <p:ph type="title"/>
          </p:nvPr>
        </p:nvSpPr>
        <p:spPr>
          <a:xfrm>
            <a:off x="839788" y="365125"/>
            <a:ext cx="10515600" cy="1325563"/>
          </a:xfrm>
        </p:spPr>
        <p:txBody>
          <a:bodyPr/>
          <a:lstStyle/>
          <a:p>
            <a:r>
              <a:rPr lang="en-US"/>
              <a:t>Click to edit Master title style</a:t>
            </a:r>
            <a:endParaRPr lang="en-IL"/>
          </a:p>
        </p:txBody>
      </p:sp>
      <p:sp>
        <p:nvSpPr>
          <p:cNvPr id="3" name="Text Placeholder 2">
            <a:extLst>
              <a:ext uri="{FF2B5EF4-FFF2-40B4-BE49-F238E27FC236}">
                <a16:creationId xmlns:a16="http://schemas.microsoft.com/office/drawing/2014/main" id="{40E8A17B-76C9-F9C5-B3FC-98D0CEE2794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F45F9F3-CF6A-CEC1-131F-E1B45610918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Text Placeholder 4">
            <a:extLst>
              <a:ext uri="{FF2B5EF4-FFF2-40B4-BE49-F238E27FC236}">
                <a16:creationId xmlns:a16="http://schemas.microsoft.com/office/drawing/2014/main" id="{EA09D22F-4221-8F4A-C06E-9B1A30F9B70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5639790-537C-1D37-CEBA-746C5F5E9D4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7" name="Date Placeholder 6">
            <a:extLst>
              <a:ext uri="{FF2B5EF4-FFF2-40B4-BE49-F238E27FC236}">
                <a16:creationId xmlns:a16="http://schemas.microsoft.com/office/drawing/2014/main" id="{95790B0C-2DDE-F707-4D68-154FD92D0EC3}"/>
              </a:ext>
            </a:extLst>
          </p:cNvPr>
          <p:cNvSpPr>
            <a:spLocks noGrp="1"/>
          </p:cNvSpPr>
          <p:nvPr>
            <p:ph type="dt" sz="half" idx="10"/>
          </p:nvPr>
        </p:nvSpPr>
        <p:spPr/>
        <p:txBody>
          <a:bodyPr/>
          <a:lstStyle/>
          <a:p>
            <a:fld id="{E0C858BD-AA26-3249-9D78-E68179219554}" type="datetimeFigureOut">
              <a:rPr lang="en-IL" smtClean="0"/>
              <a:t>09/01/2023</a:t>
            </a:fld>
            <a:endParaRPr lang="en-IL"/>
          </a:p>
        </p:txBody>
      </p:sp>
      <p:sp>
        <p:nvSpPr>
          <p:cNvPr id="8" name="Footer Placeholder 7">
            <a:extLst>
              <a:ext uri="{FF2B5EF4-FFF2-40B4-BE49-F238E27FC236}">
                <a16:creationId xmlns:a16="http://schemas.microsoft.com/office/drawing/2014/main" id="{9FB8ACC5-E23D-93D7-1641-7A25984384B9}"/>
              </a:ext>
            </a:extLst>
          </p:cNvPr>
          <p:cNvSpPr>
            <a:spLocks noGrp="1"/>
          </p:cNvSpPr>
          <p:nvPr>
            <p:ph type="ftr" sz="quarter" idx="11"/>
          </p:nvPr>
        </p:nvSpPr>
        <p:spPr/>
        <p:txBody>
          <a:bodyPr/>
          <a:lstStyle/>
          <a:p>
            <a:endParaRPr lang="en-IL"/>
          </a:p>
        </p:txBody>
      </p:sp>
      <p:sp>
        <p:nvSpPr>
          <p:cNvPr id="9" name="Slide Number Placeholder 8">
            <a:extLst>
              <a:ext uri="{FF2B5EF4-FFF2-40B4-BE49-F238E27FC236}">
                <a16:creationId xmlns:a16="http://schemas.microsoft.com/office/drawing/2014/main" id="{EE2EB4E7-E47B-C82F-16B8-7FEC81FCDF2A}"/>
              </a:ext>
            </a:extLst>
          </p:cNvPr>
          <p:cNvSpPr>
            <a:spLocks noGrp="1"/>
          </p:cNvSpPr>
          <p:nvPr>
            <p:ph type="sldNum" sz="quarter" idx="12"/>
          </p:nvPr>
        </p:nvSpPr>
        <p:spPr/>
        <p:txBody>
          <a:bodyPr/>
          <a:lstStyle/>
          <a:p>
            <a:fld id="{8B90FA1B-E0D6-CA43-90F4-C56AEB2034A2}" type="slidenum">
              <a:rPr lang="en-IL" smtClean="0"/>
              <a:t>‹#›</a:t>
            </a:fld>
            <a:endParaRPr lang="en-IL"/>
          </a:p>
        </p:txBody>
      </p:sp>
    </p:spTree>
    <p:extLst>
      <p:ext uri="{BB962C8B-B14F-4D97-AF65-F5344CB8AC3E}">
        <p14:creationId xmlns:p14="http://schemas.microsoft.com/office/powerpoint/2010/main" val="6262479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FA370-C247-F29F-3A75-AA429D4583E8}"/>
              </a:ext>
            </a:extLst>
          </p:cNvPr>
          <p:cNvSpPr>
            <a:spLocks noGrp="1"/>
          </p:cNvSpPr>
          <p:nvPr>
            <p:ph type="title"/>
          </p:nvPr>
        </p:nvSpPr>
        <p:spPr/>
        <p:txBody>
          <a:bodyPr/>
          <a:lstStyle/>
          <a:p>
            <a:r>
              <a:rPr lang="en-US"/>
              <a:t>Click to edit Master title style</a:t>
            </a:r>
            <a:endParaRPr lang="en-IL"/>
          </a:p>
        </p:txBody>
      </p:sp>
      <p:sp>
        <p:nvSpPr>
          <p:cNvPr id="3" name="Date Placeholder 2">
            <a:extLst>
              <a:ext uri="{FF2B5EF4-FFF2-40B4-BE49-F238E27FC236}">
                <a16:creationId xmlns:a16="http://schemas.microsoft.com/office/drawing/2014/main" id="{FEF47FD1-6EA6-A659-AE74-D3AD35115B9D}"/>
              </a:ext>
            </a:extLst>
          </p:cNvPr>
          <p:cNvSpPr>
            <a:spLocks noGrp="1"/>
          </p:cNvSpPr>
          <p:nvPr>
            <p:ph type="dt" sz="half" idx="10"/>
          </p:nvPr>
        </p:nvSpPr>
        <p:spPr/>
        <p:txBody>
          <a:bodyPr/>
          <a:lstStyle/>
          <a:p>
            <a:fld id="{E0C858BD-AA26-3249-9D78-E68179219554}" type="datetimeFigureOut">
              <a:rPr lang="en-IL" smtClean="0"/>
              <a:t>09/01/2023</a:t>
            </a:fld>
            <a:endParaRPr lang="en-IL"/>
          </a:p>
        </p:txBody>
      </p:sp>
      <p:sp>
        <p:nvSpPr>
          <p:cNvPr id="4" name="Footer Placeholder 3">
            <a:extLst>
              <a:ext uri="{FF2B5EF4-FFF2-40B4-BE49-F238E27FC236}">
                <a16:creationId xmlns:a16="http://schemas.microsoft.com/office/drawing/2014/main" id="{271E45BC-F37C-CC38-C5BE-0ED99CD47CB9}"/>
              </a:ext>
            </a:extLst>
          </p:cNvPr>
          <p:cNvSpPr>
            <a:spLocks noGrp="1"/>
          </p:cNvSpPr>
          <p:nvPr>
            <p:ph type="ftr" sz="quarter" idx="11"/>
          </p:nvPr>
        </p:nvSpPr>
        <p:spPr/>
        <p:txBody>
          <a:bodyPr/>
          <a:lstStyle/>
          <a:p>
            <a:endParaRPr lang="en-IL"/>
          </a:p>
        </p:txBody>
      </p:sp>
      <p:sp>
        <p:nvSpPr>
          <p:cNvPr id="5" name="Slide Number Placeholder 4">
            <a:extLst>
              <a:ext uri="{FF2B5EF4-FFF2-40B4-BE49-F238E27FC236}">
                <a16:creationId xmlns:a16="http://schemas.microsoft.com/office/drawing/2014/main" id="{27FE6C73-B065-B878-DD87-8D7D8E57BE27}"/>
              </a:ext>
            </a:extLst>
          </p:cNvPr>
          <p:cNvSpPr>
            <a:spLocks noGrp="1"/>
          </p:cNvSpPr>
          <p:nvPr>
            <p:ph type="sldNum" sz="quarter" idx="12"/>
          </p:nvPr>
        </p:nvSpPr>
        <p:spPr/>
        <p:txBody>
          <a:bodyPr/>
          <a:lstStyle/>
          <a:p>
            <a:fld id="{8B90FA1B-E0D6-CA43-90F4-C56AEB2034A2}" type="slidenum">
              <a:rPr lang="en-IL" smtClean="0"/>
              <a:t>‹#›</a:t>
            </a:fld>
            <a:endParaRPr lang="en-IL"/>
          </a:p>
        </p:txBody>
      </p:sp>
    </p:spTree>
    <p:extLst>
      <p:ext uri="{BB962C8B-B14F-4D97-AF65-F5344CB8AC3E}">
        <p14:creationId xmlns:p14="http://schemas.microsoft.com/office/powerpoint/2010/main" val="1761344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FAEC408-D07B-7343-221D-54BB3B86C290}"/>
              </a:ext>
            </a:extLst>
          </p:cNvPr>
          <p:cNvSpPr>
            <a:spLocks noGrp="1"/>
          </p:cNvSpPr>
          <p:nvPr>
            <p:ph type="dt" sz="half" idx="10"/>
          </p:nvPr>
        </p:nvSpPr>
        <p:spPr/>
        <p:txBody>
          <a:bodyPr/>
          <a:lstStyle/>
          <a:p>
            <a:fld id="{E0C858BD-AA26-3249-9D78-E68179219554}" type="datetimeFigureOut">
              <a:rPr lang="en-IL" smtClean="0"/>
              <a:t>09/01/2023</a:t>
            </a:fld>
            <a:endParaRPr lang="en-IL"/>
          </a:p>
        </p:txBody>
      </p:sp>
      <p:sp>
        <p:nvSpPr>
          <p:cNvPr id="3" name="Footer Placeholder 2">
            <a:extLst>
              <a:ext uri="{FF2B5EF4-FFF2-40B4-BE49-F238E27FC236}">
                <a16:creationId xmlns:a16="http://schemas.microsoft.com/office/drawing/2014/main" id="{9154BC0C-0A53-D936-0ABC-62E202367BDD}"/>
              </a:ext>
            </a:extLst>
          </p:cNvPr>
          <p:cNvSpPr>
            <a:spLocks noGrp="1"/>
          </p:cNvSpPr>
          <p:nvPr>
            <p:ph type="ftr" sz="quarter" idx="11"/>
          </p:nvPr>
        </p:nvSpPr>
        <p:spPr/>
        <p:txBody>
          <a:bodyPr/>
          <a:lstStyle/>
          <a:p>
            <a:endParaRPr lang="en-IL"/>
          </a:p>
        </p:txBody>
      </p:sp>
      <p:sp>
        <p:nvSpPr>
          <p:cNvPr id="4" name="Slide Number Placeholder 3">
            <a:extLst>
              <a:ext uri="{FF2B5EF4-FFF2-40B4-BE49-F238E27FC236}">
                <a16:creationId xmlns:a16="http://schemas.microsoft.com/office/drawing/2014/main" id="{ED9FE93F-4D9B-DB0A-B235-D1EA2FF647A7}"/>
              </a:ext>
            </a:extLst>
          </p:cNvPr>
          <p:cNvSpPr>
            <a:spLocks noGrp="1"/>
          </p:cNvSpPr>
          <p:nvPr>
            <p:ph type="sldNum" sz="quarter" idx="12"/>
          </p:nvPr>
        </p:nvSpPr>
        <p:spPr/>
        <p:txBody>
          <a:bodyPr/>
          <a:lstStyle/>
          <a:p>
            <a:fld id="{8B90FA1B-E0D6-CA43-90F4-C56AEB2034A2}" type="slidenum">
              <a:rPr lang="en-IL" smtClean="0"/>
              <a:t>‹#›</a:t>
            </a:fld>
            <a:endParaRPr lang="en-IL"/>
          </a:p>
        </p:txBody>
      </p:sp>
    </p:spTree>
    <p:extLst>
      <p:ext uri="{BB962C8B-B14F-4D97-AF65-F5344CB8AC3E}">
        <p14:creationId xmlns:p14="http://schemas.microsoft.com/office/powerpoint/2010/main" val="1215424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77576-27C9-C0C2-A70F-3AA93725713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Content Placeholder 2">
            <a:extLst>
              <a:ext uri="{FF2B5EF4-FFF2-40B4-BE49-F238E27FC236}">
                <a16:creationId xmlns:a16="http://schemas.microsoft.com/office/drawing/2014/main" id="{7E0C8F35-6036-07D3-E5B1-FBC42FF7AF5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Text Placeholder 3">
            <a:extLst>
              <a:ext uri="{FF2B5EF4-FFF2-40B4-BE49-F238E27FC236}">
                <a16:creationId xmlns:a16="http://schemas.microsoft.com/office/drawing/2014/main" id="{102A02AB-4B36-9822-BE63-6B71A18249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16E254-A4D5-34B6-A626-4440CCEC0A86}"/>
              </a:ext>
            </a:extLst>
          </p:cNvPr>
          <p:cNvSpPr>
            <a:spLocks noGrp="1"/>
          </p:cNvSpPr>
          <p:nvPr>
            <p:ph type="dt" sz="half" idx="10"/>
          </p:nvPr>
        </p:nvSpPr>
        <p:spPr/>
        <p:txBody>
          <a:bodyPr/>
          <a:lstStyle/>
          <a:p>
            <a:fld id="{E0C858BD-AA26-3249-9D78-E68179219554}" type="datetimeFigureOut">
              <a:rPr lang="en-IL" smtClean="0"/>
              <a:t>09/01/2023</a:t>
            </a:fld>
            <a:endParaRPr lang="en-IL"/>
          </a:p>
        </p:txBody>
      </p:sp>
      <p:sp>
        <p:nvSpPr>
          <p:cNvPr id="6" name="Footer Placeholder 5">
            <a:extLst>
              <a:ext uri="{FF2B5EF4-FFF2-40B4-BE49-F238E27FC236}">
                <a16:creationId xmlns:a16="http://schemas.microsoft.com/office/drawing/2014/main" id="{0D1E12F9-5D97-4A92-EBAF-A454F803A2B4}"/>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A850A258-3005-1BEE-6A65-160C1F33005C}"/>
              </a:ext>
            </a:extLst>
          </p:cNvPr>
          <p:cNvSpPr>
            <a:spLocks noGrp="1"/>
          </p:cNvSpPr>
          <p:nvPr>
            <p:ph type="sldNum" sz="quarter" idx="12"/>
          </p:nvPr>
        </p:nvSpPr>
        <p:spPr/>
        <p:txBody>
          <a:bodyPr/>
          <a:lstStyle/>
          <a:p>
            <a:fld id="{8B90FA1B-E0D6-CA43-90F4-C56AEB2034A2}" type="slidenum">
              <a:rPr lang="en-IL" smtClean="0"/>
              <a:t>‹#›</a:t>
            </a:fld>
            <a:endParaRPr lang="en-IL"/>
          </a:p>
        </p:txBody>
      </p:sp>
    </p:spTree>
    <p:extLst>
      <p:ext uri="{BB962C8B-B14F-4D97-AF65-F5344CB8AC3E}">
        <p14:creationId xmlns:p14="http://schemas.microsoft.com/office/powerpoint/2010/main" val="21889186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A5B4E-079E-A12C-F050-D95390552BA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Picture Placeholder 2">
            <a:extLst>
              <a:ext uri="{FF2B5EF4-FFF2-40B4-BE49-F238E27FC236}">
                <a16:creationId xmlns:a16="http://schemas.microsoft.com/office/drawing/2014/main" id="{187EE4E3-3B1E-5CC3-4DD9-16119B275F2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Text Placeholder 3">
            <a:extLst>
              <a:ext uri="{FF2B5EF4-FFF2-40B4-BE49-F238E27FC236}">
                <a16:creationId xmlns:a16="http://schemas.microsoft.com/office/drawing/2014/main" id="{CF2A85FD-C10A-0151-4D74-700E5208A7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1B57AE-C68B-5B8A-5BE9-5953DC9BF943}"/>
              </a:ext>
            </a:extLst>
          </p:cNvPr>
          <p:cNvSpPr>
            <a:spLocks noGrp="1"/>
          </p:cNvSpPr>
          <p:nvPr>
            <p:ph type="dt" sz="half" idx="10"/>
          </p:nvPr>
        </p:nvSpPr>
        <p:spPr/>
        <p:txBody>
          <a:bodyPr/>
          <a:lstStyle/>
          <a:p>
            <a:fld id="{E0C858BD-AA26-3249-9D78-E68179219554}" type="datetimeFigureOut">
              <a:rPr lang="en-IL" smtClean="0"/>
              <a:t>09/01/2023</a:t>
            </a:fld>
            <a:endParaRPr lang="en-IL"/>
          </a:p>
        </p:txBody>
      </p:sp>
      <p:sp>
        <p:nvSpPr>
          <p:cNvPr id="6" name="Footer Placeholder 5">
            <a:extLst>
              <a:ext uri="{FF2B5EF4-FFF2-40B4-BE49-F238E27FC236}">
                <a16:creationId xmlns:a16="http://schemas.microsoft.com/office/drawing/2014/main" id="{B24C7228-7E55-C24B-D056-7266D7247992}"/>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5B6E2E16-55C4-6ADD-0B6D-3264EAD371ED}"/>
              </a:ext>
            </a:extLst>
          </p:cNvPr>
          <p:cNvSpPr>
            <a:spLocks noGrp="1"/>
          </p:cNvSpPr>
          <p:nvPr>
            <p:ph type="sldNum" sz="quarter" idx="12"/>
          </p:nvPr>
        </p:nvSpPr>
        <p:spPr/>
        <p:txBody>
          <a:bodyPr/>
          <a:lstStyle/>
          <a:p>
            <a:fld id="{8B90FA1B-E0D6-CA43-90F4-C56AEB2034A2}" type="slidenum">
              <a:rPr lang="en-IL" smtClean="0"/>
              <a:t>‹#›</a:t>
            </a:fld>
            <a:endParaRPr lang="en-IL"/>
          </a:p>
        </p:txBody>
      </p:sp>
    </p:spTree>
    <p:extLst>
      <p:ext uri="{BB962C8B-B14F-4D97-AF65-F5344CB8AC3E}">
        <p14:creationId xmlns:p14="http://schemas.microsoft.com/office/powerpoint/2010/main" val="32202720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4B895-7F78-73AD-1361-D08A8FD535AD}"/>
              </a:ext>
            </a:extLst>
          </p:cNvPr>
          <p:cNvSpPr>
            <a:spLocks noGrp="1"/>
          </p:cNvSpPr>
          <p:nvPr>
            <p:ph type="title"/>
          </p:nvPr>
        </p:nvSpPr>
        <p:spPr/>
        <p:txBody>
          <a:bodyPr/>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42FEF791-08F0-2ADD-8C9A-E37322CC290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1FF13ED4-8901-89AB-BCD8-DA7393078225}"/>
              </a:ext>
            </a:extLst>
          </p:cNvPr>
          <p:cNvSpPr>
            <a:spLocks noGrp="1"/>
          </p:cNvSpPr>
          <p:nvPr>
            <p:ph type="dt" sz="half" idx="10"/>
          </p:nvPr>
        </p:nvSpPr>
        <p:spPr/>
        <p:txBody>
          <a:bodyPr/>
          <a:lstStyle/>
          <a:p>
            <a:fld id="{E0C858BD-AA26-3249-9D78-E68179219554}" type="datetimeFigureOut">
              <a:rPr lang="en-IL" smtClean="0"/>
              <a:t>09/01/2023</a:t>
            </a:fld>
            <a:endParaRPr lang="en-IL"/>
          </a:p>
        </p:txBody>
      </p:sp>
      <p:sp>
        <p:nvSpPr>
          <p:cNvPr id="5" name="Footer Placeholder 4">
            <a:extLst>
              <a:ext uri="{FF2B5EF4-FFF2-40B4-BE49-F238E27FC236}">
                <a16:creationId xmlns:a16="http://schemas.microsoft.com/office/drawing/2014/main" id="{35F81611-0252-66C0-EBDE-6E5C9ED6448F}"/>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9473D01F-FA09-4426-AA03-581530AA1567}"/>
              </a:ext>
            </a:extLst>
          </p:cNvPr>
          <p:cNvSpPr>
            <a:spLocks noGrp="1"/>
          </p:cNvSpPr>
          <p:nvPr>
            <p:ph type="sldNum" sz="quarter" idx="12"/>
          </p:nvPr>
        </p:nvSpPr>
        <p:spPr/>
        <p:txBody>
          <a:bodyPr/>
          <a:lstStyle/>
          <a:p>
            <a:fld id="{8B90FA1B-E0D6-CA43-90F4-C56AEB2034A2}" type="slidenum">
              <a:rPr lang="en-IL" smtClean="0"/>
              <a:t>‹#›</a:t>
            </a:fld>
            <a:endParaRPr lang="en-IL"/>
          </a:p>
        </p:txBody>
      </p:sp>
    </p:spTree>
    <p:extLst>
      <p:ext uri="{BB962C8B-B14F-4D97-AF65-F5344CB8AC3E}">
        <p14:creationId xmlns:p14="http://schemas.microsoft.com/office/powerpoint/2010/main" val="2338135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6115CDC-2448-F9FD-A261-39FCA164B0F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1006A803-1EA5-5304-E6F5-D54C1D52CA4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1E76CCD5-329A-A83B-2261-B04819C1A130}"/>
              </a:ext>
            </a:extLst>
          </p:cNvPr>
          <p:cNvSpPr>
            <a:spLocks noGrp="1"/>
          </p:cNvSpPr>
          <p:nvPr>
            <p:ph type="dt" sz="half" idx="10"/>
          </p:nvPr>
        </p:nvSpPr>
        <p:spPr/>
        <p:txBody>
          <a:bodyPr/>
          <a:lstStyle/>
          <a:p>
            <a:fld id="{E0C858BD-AA26-3249-9D78-E68179219554}" type="datetimeFigureOut">
              <a:rPr lang="en-IL" smtClean="0"/>
              <a:t>09/01/2023</a:t>
            </a:fld>
            <a:endParaRPr lang="en-IL"/>
          </a:p>
        </p:txBody>
      </p:sp>
      <p:sp>
        <p:nvSpPr>
          <p:cNvPr id="5" name="Footer Placeholder 4">
            <a:extLst>
              <a:ext uri="{FF2B5EF4-FFF2-40B4-BE49-F238E27FC236}">
                <a16:creationId xmlns:a16="http://schemas.microsoft.com/office/drawing/2014/main" id="{B08610F7-CFA6-0D88-73CA-C83BCCB0F263}"/>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AB5BD9AD-283E-B124-2250-47D41DE27B39}"/>
              </a:ext>
            </a:extLst>
          </p:cNvPr>
          <p:cNvSpPr>
            <a:spLocks noGrp="1"/>
          </p:cNvSpPr>
          <p:nvPr>
            <p:ph type="sldNum" sz="quarter" idx="12"/>
          </p:nvPr>
        </p:nvSpPr>
        <p:spPr/>
        <p:txBody>
          <a:bodyPr/>
          <a:lstStyle/>
          <a:p>
            <a:fld id="{8B90FA1B-E0D6-CA43-90F4-C56AEB2034A2}" type="slidenum">
              <a:rPr lang="en-IL" smtClean="0"/>
              <a:t>‹#›</a:t>
            </a:fld>
            <a:endParaRPr lang="en-IL"/>
          </a:p>
        </p:txBody>
      </p:sp>
    </p:spTree>
    <p:extLst>
      <p:ext uri="{BB962C8B-B14F-4D97-AF65-F5344CB8AC3E}">
        <p14:creationId xmlns:p14="http://schemas.microsoft.com/office/powerpoint/2010/main" val="27311594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E18A6F-D436-5503-3693-5DE3AB5F74F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L"/>
          </a:p>
        </p:txBody>
      </p:sp>
      <p:sp>
        <p:nvSpPr>
          <p:cNvPr id="3" name="Text Placeholder 2">
            <a:extLst>
              <a:ext uri="{FF2B5EF4-FFF2-40B4-BE49-F238E27FC236}">
                <a16:creationId xmlns:a16="http://schemas.microsoft.com/office/drawing/2014/main" id="{E6960EF9-DADC-B56E-2E95-1D560CF780C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5F3812AF-112E-C3DF-00BA-1876D9CFE0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0C858BD-AA26-3249-9D78-E68179219554}" type="datetimeFigureOut">
              <a:rPr lang="en-IL" smtClean="0"/>
              <a:t>09/01/2023</a:t>
            </a:fld>
            <a:endParaRPr lang="en-IL"/>
          </a:p>
        </p:txBody>
      </p:sp>
      <p:sp>
        <p:nvSpPr>
          <p:cNvPr id="5" name="Footer Placeholder 4">
            <a:extLst>
              <a:ext uri="{FF2B5EF4-FFF2-40B4-BE49-F238E27FC236}">
                <a16:creationId xmlns:a16="http://schemas.microsoft.com/office/drawing/2014/main" id="{AC8CF35C-9A37-6967-3B93-B020F76033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L"/>
          </a:p>
        </p:txBody>
      </p:sp>
      <p:sp>
        <p:nvSpPr>
          <p:cNvPr id="6" name="Slide Number Placeholder 5">
            <a:extLst>
              <a:ext uri="{FF2B5EF4-FFF2-40B4-BE49-F238E27FC236}">
                <a16:creationId xmlns:a16="http://schemas.microsoft.com/office/drawing/2014/main" id="{34B5A464-3AB4-5D49-9CA4-F6A0E6718C5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B90FA1B-E0D6-CA43-90F4-C56AEB2034A2}" type="slidenum">
              <a:rPr lang="en-IL" smtClean="0"/>
              <a:t>‹#›</a:t>
            </a:fld>
            <a:endParaRPr lang="en-IL"/>
          </a:p>
        </p:txBody>
      </p:sp>
    </p:spTree>
    <p:extLst>
      <p:ext uri="{BB962C8B-B14F-4D97-AF65-F5344CB8AC3E}">
        <p14:creationId xmlns:p14="http://schemas.microsoft.com/office/powerpoint/2010/main" val="28660691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developer.mozilla.org/en-US/docs/Web/HTML/Element/label" TargetMode="External"/><Relationship Id="rId2" Type="http://schemas.openxmlformats.org/officeDocument/2006/relationships/hyperlink" Target="https://developer.mozilla.org/en-US/docs/Web/HTML" TargetMode="External"/><Relationship Id="rId1" Type="http://schemas.openxmlformats.org/officeDocument/2006/relationships/slideLayout" Target="../slideLayouts/slideLayout2.xml"/><Relationship Id="rId4" Type="http://schemas.openxmlformats.org/officeDocument/2006/relationships/hyperlink" Target="https://developer.mozilla.org/en-US/docs/Glossary/User_agent" TargetMode="Externa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12.jpeg"/><Relationship Id="rId1" Type="http://schemas.openxmlformats.org/officeDocument/2006/relationships/slideLayout" Target="../slideLayouts/slideLayout1.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www.w3schools.com/css/tryit.asp?filename=trycss_list-style"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hyperlink" Target="https://www.w3schools.com/css/css_boxmodel.asp" TargetMode="Externa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hyperlink" Target="https://developer.mozilla.org/en-US/docs/Web/CSS/display"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16.jpeg"/><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36.xml.rels><?xml version="1.0" encoding="UTF-8" standalone="yes"?>
<Relationships xmlns="http://schemas.openxmlformats.org/package/2006/relationships"><Relationship Id="rId3" Type="http://schemas.openxmlformats.org/officeDocument/2006/relationships/hyperlink" Target="https://developer.mozilla.org/en-US/docs/Web/CSS/Pseudo-classes" TargetMode="External"/><Relationship Id="rId2" Type="http://schemas.openxmlformats.org/officeDocument/2006/relationships/hyperlink" Target="https://developer.mozilla.org/en-US/docs/Web/CSS"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hyperlink" Target="https://www.cssportal.com/css-text-gradient-generator/"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hyperlink" Target="https://developer.mozilla.org/en-US/docs/Web/CSS/font-weight"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hyperlink" Target="https://www.w3schools.com/cssref/pr_font_font-style.php"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3D09407-53BC-485E-B4CE-BC5E4FC4B2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21DB988-49FC-4608-B0A2-E2F3A40190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7CF4E7-74C5-6059-7687-80C9FC405629}"/>
              </a:ext>
            </a:extLst>
          </p:cNvPr>
          <p:cNvSpPr>
            <a:spLocks noGrp="1"/>
          </p:cNvSpPr>
          <p:nvPr>
            <p:ph type="ctrTitle"/>
          </p:nvPr>
        </p:nvSpPr>
        <p:spPr>
          <a:xfrm>
            <a:off x="755903" y="3399769"/>
            <a:ext cx="10640754" cy="775845"/>
          </a:xfrm>
        </p:spPr>
        <p:txBody>
          <a:bodyPr anchor="b">
            <a:normAutofit/>
          </a:bodyPr>
          <a:lstStyle/>
          <a:p>
            <a:r>
              <a:rPr lang="en-IL" sz="4000">
                <a:solidFill>
                  <a:schemeClr val="tx2"/>
                </a:solidFill>
              </a:rPr>
              <a:t>Recap</a:t>
            </a:r>
          </a:p>
        </p:txBody>
      </p:sp>
      <p:grpSp>
        <p:nvGrpSpPr>
          <p:cNvPr id="14" name="Group 13">
            <a:extLst>
              <a:ext uri="{FF2B5EF4-FFF2-40B4-BE49-F238E27FC236}">
                <a16:creationId xmlns:a16="http://schemas.microsoft.com/office/drawing/2014/main" id="{E9B930FD-8671-4C4C-ADCF-73AC1D0CD41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9676747" y="0"/>
            <a:ext cx="2514948" cy="2174333"/>
            <a:chOff x="-305" y="-4155"/>
            <a:chExt cx="2514948" cy="2174333"/>
          </a:xfrm>
        </p:grpSpPr>
        <p:sp>
          <p:nvSpPr>
            <p:cNvPr id="15" name="Freeform: Shape 14">
              <a:extLst>
                <a:ext uri="{FF2B5EF4-FFF2-40B4-BE49-F238E27FC236}">
                  <a16:creationId xmlns:a16="http://schemas.microsoft.com/office/drawing/2014/main" id="{C35B12C1-569C-4E37-AA33-7EF215F201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F23E2660-7810-46F6-8752-187127C830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C991DC45-0378-45B3-B325-FB8F98545E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8" name="Freeform: Shape 17">
              <a:extLst>
                <a:ext uri="{FF2B5EF4-FFF2-40B4-BE49-F238E27FC236}">
                  <a16:creationId xmlns:a16="http://schemas.microsoft.com/office/drawing/2014/main" id="{E228F5BA-5150-4554-B7EA-93F371F3B1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7" name="Graphic 6" descr="History">
            <a:extLst>
              <a:ext uri="{FF2B5EF4-FFF2-40B4-BE49-F238E27FC236}">
                <a16:creationId xmlns:a16="http://schemas.microsoft.com/office/drawing/2014/main" id="{4B8349B6-E60B-BBB5-4F28-15F6E04546F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646990" y="320231"/>
            <a:ext cx="2836567" cy="2836567"/>
          </a:xfrm>
          <a:prstGeom prst="rect">
            <a:avLst/>
          </a:prstGeom>
        </p:spPr>
      </p:pic>
      <p:grpSp>
        <p:nvGrpSpPr>
          <p:cNvPr id="20" name="Group 19">
            <a:extLst>
              <a:ext uri="{FF2B5EF4-FFF2-40B4-BE49-F238E27FC236}">
                <a16:creationId xmlns:a16="http://schemas.microsoft.com/office/drawing/2014/main" id="{383C2651-AE0C-4AE4-8725-E2F9414FE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305" y="4322879"/>
            <a:ext cx="3378428" cy="2535121"/>
            <a:chOff x="-305" y="-1"/>
            <a:chExt cx="3832880" cy="2876136"/>
          </a:xfrm>
        </p:grpSpPr>
        <p:sp>
          <p:nvSpPr>
            <p:cNvPr id="21" name="Freeform: Shape 20">
              <a:extLst>
                <a:ext uri="{FF2B5EF4-FFF2-40B4-BE49-F238E27FC236}">
                  <a16:creationId xmlns:a16="http://schemas.microsoft.com/office/drawing/2014/main" id="{CCE13265-B5D2-47B4-A199-E05F390D5B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693EBD03-D832-462C-9304-7273698ED4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Freeform: Shape 22">
              <a:extLst>
                <a:ext uri="{FF2B5EF4-FFF2-40B4-BE49-F238E27FC236}">
                  <a16:creationId xmlns:a16="http://schemas.microsoft.com/office/drawing/2014/main" id="{0D53D3E2-805E-40D2-964F-352BF6D476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Freeform: Shape 23">
              <a:extLst>
                <a:ext uri="{FF2B5EF4-FFF2-40B4-BE49-F238E27FC236}">
                  <a16:creationId xmlns:a16="http://schemas.microsoft.com/office/drawing/2014/main" id="{B7A9A916-A926-43E6-800F-432ABC3F24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988901605"/>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A95209C-5275-4E15-8EA7-7F42980ABF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3EE1B7B9-0DA8-F4EF-0EB0-6BDE2D196962}"/>
              </a:ext>
            </a:extLst>
          </p:cNvPr>
          <p:cNvPicPr>
            <a:picLocks noChangeAspect="1"/>
          </p:cNvPicPr>
          <p:nvPr/>
        </p:nvPicPr>
        <p:blipFill rotWithShape="1">
          <a:blip r:embed="rId2">
            <a:alphaModFix amt="50000"/>
          </a:blip>
          <a:srcRect t="31702" b="19629"/>
          <a:stretch/>
        </p:blipFill>
        <p:spPr>
          <a:xfrm>
            <a:off x="20" y="10"/>
            <a:ext cx="12188931" cy="6857990"/>
          </a:xfrm>
          <a:prstGeom prst="rect">
            <a:avLst/>
          </a:prstGeom>
        </p:spPr>
      </p:pic>
      <p:sp>
        <p:nvSpPr>
          <p:cNvPr id="2" name="Title 1">
            <a:extLst>
              <a:ext uri="{FF2B5EF4-FFF2-40B4-BE49-F238E27FC236}">
                <a16:creationId xmlns:a16="http://schemas.microsoft.com/office/drawing/2014/main" id="{AE7CF4E7-74C5-6059-7687-80C9FC405629}"/>
              </a:ext>
            </a:extLst>
          </p:cNvPr>
          <p:cNvSpPr>
            <a:spLocks noGrp="1"/>
          </p:cNvSpPr>
          <p:nvPr>
            <p:ph type="ctrTitle"/>
          </p:nvPr>
        </p:nvSpPr>
        <p:spPr>
          <a:xfrm>
            <a:off x="1527048" y="1124712"/>
            <a:ext cx="9144000" cy="3063240"/>
          </a:xfrm>
        </p:spPr>
        <p:txBody>
          <a:bodyPr>
            <a:normAutofit/>
          </a:bodyPr>
          <a:lstStyle/>
          <a:p>
            <a:r>
              <a:rPr lang="en-IL" sz="6600">
                <a:solidFill>
                  <a:srgbClr val="FFFFFF"/>
                </a:solidFill>
              </a:rPr>
              <a:t>HTML	</a:t>
            </a:r>
          </a:p>
        </p:txBody>
      </p:sp>
      <p:sp>
        <p:nvSpPr>
          <p:cNvPr id="3" name="Subtitle 2">
            <a:extLst>
              <a:ext uri="{FF2B5EF4-FFF2-40B4-BE49-F238E27FC236}">
                <a16:creationId xmlns:a16="http://schemas.microsoft.com/office/drawing/2014/main" id="{EEE5470A-048F-8DB5-DD84-BC9D6C1A87E5}"/>
              </a:ext>
            </a:extLst>
          </p:cNvPr>
          <p:cNvSpPr>
            <a:spLocks noGrp="1"/>
          </p:cNvSpPr>
          <p:nvPr>
            <p:ph type="subTitle" idx="1"/>
          </p:nvPr>
        </p:nvSpPr>
        <p:spPr>
          <a:xfrm>
            <a:off x="1527048" y="4599432"/>
            <a:ext cx="9144000" cy="1227520"/>
          </a:xfrm>
        </p:spPr>
        <p:txBody>
          <a:bodyPr>
            <a:normAutofit/>
          </a:bodyPr>
          <a:lstStyle/>
          <a:p>
            <a:r>
              <a:rPr lang="en-US">
                <a:solidFill>
                  <a:srgbClr val="FFFFFF"/>
                </a:solidFill>
              </a:rPr>
              <a:t>M</a:t>
            </a:r>
            <a:r>
              <a:rPr lang="en-IL">
                <a:solidFill>
                  <a:srgbClr val="FFFFFF"/>
                </a:solidFill>
              </a:rPr>
              <a:t>ain tags – h1,h2,p,b,br,img,a,ifream, ul, ol, il, i</a:t>
            </a:r>
          </a:p>
        </p:txBody>
      </p:sp>
      <p:sp>
        <p:nvSpPr>
          <p:cNvPr id="11" name="sketchy box">
            <a:extLst>
              <a:ext uri="{FF2B5EF4-FFF2-40B4-BE49-F238E27FC236}">
                <a16:creationId xmlns:a16="http://schemas.microsoft.com/office/drawing/2014/main" id="{4F2ED431-E304-4FF0-9F4E-032783C9D6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38200" y="720953"/>
            <a:ext cx="10515600" cy="5416094"/>
          </a:xfrm>
          <a:custGeom>
            <a:avLst/>
            <a:gdLst>
              <a:gd name="connsiteX0" fmla="*/ 0 w 10515600"/>
              <a:gd name="connsiteY0" fmla="*/ 0 h 5416094"/>
              <a:gd name="connsiteX1" fmla="*/ 552069 w 10515600"/>
              <a:gd name="connsiteY1" fmla="*/ 0 h 5416094"/>
              <a:gd name="connsiteX2" fmla="*/ 893826 w 10515600"/>
              <a:gd name="connsiteY2" fmla="*/ 0 h 5416094"/>
              <a:gd name="connsiteX3" fmla="*/ 1761363 w 10515600"/>
              <a:gd name="connsiteY3" fmla="*/ 0 h 5416094"/>
              <a:gd name="connsiteX4" fmla="*/ 2313432 w 10515600"/>
              <a:gd name="connsiteY4" fmla="*/ 0 h 5416094"/>
              <a:gd name="connsiteX5" fmla="*/ 2865501 w 10515600"/>
              <a:gd name="connsiteY5" fmla="*/ 0 h 5416094"/>
              <a:gd name="connsiteX6" fmla="*/ 3733038 w 10515600"/>
              <a:gd name="connsiteY6" fmla="*/ 0 h 5416094"/>
              <a:gd name="connsiteX7" fmla="*/ 4179951 w 10515600"/>
              <a:gd name="connsiteY7" fmla="*/ 0 h 5416094"/>
              <a:gd name="connsiteX8" fmla="*/ 5047488 w 10515600"/>
              <a:gd name="connsiteY8" fmla="*/ 0 h 5416094"/>
              <a:gd name="connsiteX9" fmla="*/ 5915025 w 10515600"/>
              <a:gd name="connsiteY9" fmla="*/ 0 h 5416094"/>
              <a:gd name="connsiteX10" fmla="*/ 6572250 w 10515600"/>
              <a:gd name="connsiteY10" fmla="*/ 0 h 5416094"/>
              <a:gd name="connsiteX11" fmla="*/ 7439787 w 10515600"/>
              <a:gd name="connsiteY11" fmla="*/ 0 h 5416094"/>
              <a:gd name="connsiteX12" fmla="*/ 7991856 w 10515600"/>
              <a:gd name="connsiteY12" fmla="*/ 0 h 5416094"/>
              <a:gd name="connsiteX13" fmla="*/ 8543925 w 10515600"/>
              <a:gd name="connsiteY13" fmla="*/ 0 h 5416094"/>
              <a:gd name="connsiteX14" fmla="*/ 9306306 w 10515600"/>
              <a:gd name="connsiteY14" fmla="*/ 0 h 5416094"/>
              <a:gd name="connsiteX15" fmla="*/ 9858375 w 10515600"/>
              <a:gd name="connsiteY15" fmla="*/ 0 h 5416094"/>
              <a:gd name="connsiteX16" fmla="*/ 10515600 w 10515600"/>
              <a:gd name="connsiteY16" fmla="*/ 0 h 5416094"/>
              <a:gd name="connsiteX17" fmla="*/ 10515600 w 10515600"/>
              <a:gd name="connsiteY17" fmla="*/ 785334 h 5416094"/>
              <a:gd name="connsiteX18" fmla="*/ 10515600 w 10515600"/>
              <a:gd name="connsiteY18" fmla="*/ 1516506 h 5416094"/>
              <a:gd name="connsiteX19" fmla="*/ 10515600 w 10515600"/>
              <a:gd name="connsiteY19" fmla="*/ 2247679 h 5416094"/>
              <a:gd name="connsiteX20" fmla="*/ 10515600 w 10515600"/>
              <a:gd name="connsiteY20" fmla="*/ 2762208 h 5416094"/>
              <a:gd name="connsiteX21" fmla="*/ 10515600 w 10515600"/>
              <a:gd name="connsiteY21" fmla="*/ 3330898 h 5416094"/>
              <a:gd name="connsiteX22" fmla="*/ 10515600 w 10515600"/>
              <a:gd name="connsiteY22" fmla="*/ 4062071 h 5416094"/>
              <a:gd name="connsiteX23" fmla="*/ 10515600 w 10515600"/>
              <a:gd name="connsiteY23" fmla="*/ 4684921 h 5416094"/>
              <a:gd name="connsiteX24" fmla="*/ 10515600 w 10515600"/>
              <a:gd name="connsiteY24" fmla="*/ 5416094 h 5416094"/>
              <a:gd name="connsiteX25" fmla="*/ 9753219 w 10515600"/>
              <a:gd name="connsiteY25" fmla="*/ 5416094 h 5416094"/>
              <a:gd name="connsiteX26" fmla="*/ 9411462 w 10515600"/>
              <a:gd name="connsiteY26" fmla="*/ 5416094 h 5416094"/>
              <a:gd name="connsiteX27" fmla="*/ 8754237 w 10515600"/>
              <a:gd name="connsiteY27" fmla="*/ 5416094 h 5416094"/>
              <a:gd name="connsiteX28" fmla="*/ 8307324 w 10515600"/>
              <a:gd name="connsiteY28" fmla="*/ 5416094 h 5416094"/>
              <a:gd name="connsiteX29" fmla="*/ 7544943 w 10515600"/>
              <a:gd name="connsiteY29" fmla="*/ 5416094 h 5416094"/>
              <a:gd name="connsiteX30" fmla="*/ 7098030 w 10515600"/>
              <a:gd name="connsiteY30" fmla="*/ 5416094 h 5416094"/>
              <a:gd name="connsiteX31" fmla="*/ 6335649 w 10515600"/>
              <a:gd name="connsiteY31" fmla="*/ 5416094 h 5416094"/>
              <a:gd name="connsiteX32" fmla="*/ 5993892 w 10515600"/>
              <a:gd name="connsiteY32" fmla="*/ 5416094 h 5416094"/>
              <a:gd name="connsiteX33" fmla="*/ 5231511 w 10515600"/>
              <a:gd name="connsiteY33" fmla="*/ 5416094 h 5416094"/>
              <a:gd name="connsiteX34" fmla="*/ 4784598 w 10515600"/>
              <a:gd name="connsiteY34" fmla="*/ 5416094 h 5416094"/>
              <a:gd name="connsiteX35" fmla="*/ 4442841 w 10515600"/>
              <a:gd name="connsiteY35" fmla="*/ 5416094 h 5416094"/>
              <a:gd name="connsiteX36" fmla="*/ 3995928 w 10515600"/>
              <a:gd name="connsiteY36" fmla="*/ 5416094 h 5416094"/>
              <a:gd name="connsiteX37" fmla="*/ 3233547 w 10515600"/>
              <a:gd name="connsiteY37" fmla="*/ 5416094 h 5416094"/>
              <a:gd name="connsiteX38" fmla="*/ 2786634 w 10515600"/>
              <a:gd name="connsiteY38" fmla="*/ 5416094 h 5416094"/>
              <a:gd name="connsiteX39" fmla="*/ 2444877 w 10515600"/>
              <a:gd name="connsiteY39" fmla="*/ 5416094 h 5416094"/>
              <a:gd name="connsiteX40" fmla="*/ 1997964 w 10515600"/>
              <a:gd name="connsiteY40" fmla="*/ 5416094 h 5416094"/>
              <a:gd name="connsiteX41" fmla="*/ 1445895 w 10515600"/>
              <a:gd name="connsiteY41" fmla="*/ 5416094 h 5416094"/>
              <a:gd name="connsiteX42" fmla="*/ 788670 w 10515600"/>
              <a:gd name="connsiteY42" fmla="*/ 5416094 h 5416094"/>
              <a:gd name="connsiteX43" fmla="*/ 0 w 10515600"/>
              <a:gd name="connsiteY43" fmla="*/ 5416094 h 5416094"/>
              <a:gd name="connsiteX44" fmla="*/ 0 w 10515600"/>
              <a:gd name="connsiteY44" fmla="*/ 4630760 h 5416094"/>
              <a:gd name="connsiteX45" fmla="*/ 0 w 10515600"/>
              <a:gd name="connsiteY45" fmla="*/ 3953749 h 5416094"/>
              <a:gd name="connsiteX46" fmla="*/ 0 w 10515600"/>
              <a:gd name="connsiteY46" fmla="*/ 3276737 h 5416094"/>
              <a:gd name="connsiteX47" fmla="*/ 0 w 10515600"/>
              <a:gd name="connsiteY47" fmla="*/ 2599725 h 5416094"/>
              <a:gd name="connsiteX48" fmla="*/ 0 w 10515600"/>
              <a:gd name="connsiteY48" fmla="*/ 1922713 h 5416094"/>
              <a:gd name="connsiteX49" fmla="*/ 0 w 10515600"/>
              <a:gd name="connsiteY49" fmla="*/ 1299863 h 5416094"/>
              <a:gd name="connsiteX50" fmla="*/ 0 w 10515600"/>
              <a:gd name="connsiteY50" fmla="*/ 0 h 541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0515600" h="5416094"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24919" y="196329"/>
                  <a:pt x="10549062" y="488432"/>
                  <a:pt x="10515600" y="785334"/>
                </a:cubicBezTo>
                <a:cubicBezTo>
                  <a:pt x="10482138" y="1082236"/>
                  <a:pt x="10536385" y="1323726"/>
                  <a:pt x="10515600" y="1516506"/>
                </a:cubicBezTo>
                <a:cubicBezTo>
                  <a:pt x="10494815" y="1709286"/>
                  <a:pt x="10546328" y="2097632"/>
                  <a:pt x="10515600" y="2247679"/>
                </a:cubicBezTo>
                <a:cubicBezTo>
                  <a:pt x="10484872" y="2397726"/>
                  <a:pt x="10491771" y="2577292"/>
                  <a:pt x="10515600" y="2762208"/>
                </a:cubicBezTo>
                <a:cubicBezTo>
                  <a:pt x="10539429" y="2947124"/>
                  <a:pt x="10511007" y="3105736"/>
                  <a:pt x="10515600" y="3330898"/>
                </a:cubicBezTo>
                <a:cubicBezTo>
                  <a:pt x="10520194" y="3556060"/>
                  <a:pt x="10497393" y="3882611"/>
                  <a:pt x="10515600" y="4062071"/>
                </a:cubicBezTo>
                <a:cubicBezTo>
                  <a:pt x="10533807" y="4241531"/>
                  <a:pt x="10544791" y="4505155"/>
                  <a:pt x="10515600" y="4684921"/>
                </a:cubicBezTo>
                <a:cubicBezTo>
                  <a:pt x="10486410" y="4864687"/>
                  <a:pt x="10497356" y="5246484"/>
                  <a:pt x="10515600" y="5416094"/>
                </a:cubicBezTo>
                <a:cubicBezTo>
                  <a:pt x="10245623" y="5445692"/>
                  <a:pt x="10029676" y="5415505"/>
                  <a:pt x="9753219" y="5416094"/>
                </a:cubicBezTo>
                <a:cubicBezTo>
                  <a:pt x="9476762" y="5416683"/>
                  <a:pt x="9553148" y="5422760"/>
                  <a:pt x="9411462" y="5416094"/>
                </a:cubicBezTo>
                <a:cubicBezTo>
                  <a:pt x="9269776" y="5409428"/>
                  <a:pt x="8927709" y="5385012"/>
                  <a:pt x="8754237" y="5416094"/>
                </a:cubicBezTo>
                <a:cubicBezTo>
                  <a:pt x="8580766" y="5447176"/>
                  <a:pt x="8413264" y="5410024"/>
                  <a:pt x="8307324" y="5416094"/>
                </a:cubicBezTo>
                <a:cubicBezTo>
                  <a:pt x="8201384" y="5422164"/>
                  <a:pt x="7912690" y="5421686"/>
                  <a:pt x="7544943" y="5416094"/>
                </a:cubicBezTo>
                <a:cubicBezTo>
                  <a:pt x="7177196" y="5410502"/>
                  <a:pt x="7304235" y="5418502"/>
                  <a:pt x="7098030" y="5416094"/>
                </a:cubicBezTo>
                <a:cubicBezTo>
                  <a:pt x="6891825" y="5413686"/>
                  <a:pt x="6541479" y="5434609"/>
                  <a:pt x="6335649" y="5416094"/>
                </a:cubicBezTo>
                <a:cubicBezTo>
                  <a:pt x="6129819" y="5397579"/>
                  <a:pt x="6106541" y="5402791"/>
                  <a:pt x="5993892" y="5416094"/>
                </a:cubicBezTo>
                <a:cubicBezTo>
                  <a:pt x="5881243" y="5429397"/>
                  <a:pt x="5545248" y="5437743"/>
                  <a:pt x="5231511" y="5416094"/>
                </a:cubicBezTo>
                <a:cubicBezTo>
                  <a:pt x="4917774" y="5394445"/>
                  <a:pt x="4963237" y="5426599"/>
                  <a:pt x="4784598" y="5416094"/>
                </a:cubicBezTo>
                <a:cubicBezTo>
                  <a:pt x="4605959" y="5405589"/>
                  <a:pt x="4605904" y="5406658"/>
                  <a:pt x="4442841" y="5416094"/>
                </a:cubicBezTo>
                <a:cubicBezTo>
                  <a:pt x="4279778" y="5425530"/>
                  <a:pt x="4177180" y="5426138"/>
                  <a:pt x="3995928" y="5416094"/>
                </a:cubicBezTo>
                <a:cubicBezTo>
                  <a:pt x="3814676" y="5406050"/>
                  <a:pt x="3516440" y="5429234"/>
                  <a:pt x="3233547" y="5416094"/>
                </a:cubicBezTo>
                <a:cubicBezTo>
                  <a:pt x="2950654" y="5402954"/>
                  <a:pt x="2884354" y="5436103"/>
                  <a:pt x="2786634" y="5416094"/>
                </a:cubicBezTo>
                <a:cubicBezTo>
                  <a:pt x="2688914" y="5396085"/>
                  <a:pt x="2522958" y="5423232"/>
                  <a:pt x="2444877" y="5416094"/>
                </a:cubicBezTo>
                <a:cubicBezTo>
                  <a:pt x="2366796" y="5408956"/>
                  <a:pt x="2104768" y="5395479"/>
                  <a:pt x="1997964" y="5416094"/>
                </a:cubicBezTo>
                <a:cubicBezTo>
                  <a:pt x="1891160" y="5436709"/>
                  <a:pt x="1573016" y="5412376"/>
                  <a:pt x="1445895" y="5416094"/>
                </a:cubicBezTo>
                <a:cubicBezTo>
                  <a:pt x="1318774" y="5419812"/>
                  <a:pt x="986443" y="5400529"/>
                  <a:pt x="788670" y="5416094"/>
                </a:cubicBezTo>
                <a:cubicBezTo>
                  <a:pt x="590897" y="5431659"/>
                  <a:pt x="363709" y="5381266"/>
                  <a:pt x="0" y="5416094"/>
                </a:cubicBezTo>
                <a:cubicBezTo>
                  <a:pt x="-22973" y="5218643"/>
                  <a:pt x="-26699" y="5010779"/>
                  <a:pt x="0" y="4630760"/>
                </a:cubicBezTo>
                <a:cubicBezTo>
                  <a:pt x="26699" y="4250741"/>
                  <a:pt x="-15389" y="4196664"/>
                  <a:pt x="0" y="3953749"/>
                </a:cubicBezTo>
                <a:cubicBezTo>
                  <a:pt x="15389" y="3710834"/>
                  <a:pt x="468" y="3611311"/>
                  <a:pt x="0" y="3276737"/>
                </a:cubicBezTo>
                <a:cubicBezTo>
                  <a:pt x="-468" y="2942163"/>
                  <a:pt x="15360" y="2781998"/>
                  <a:pt x="0" y="2599725"/>
                </a:cubicBezTo>
                <a:cubicBezTo>
                  <a:pt x="-15360" y="2417452"/>
                  <a:pt x="14816" y="2100232"/>
                  <a:pt x="0" y="1922713"/>
                </a:cubicBezTo>
                <a:cubicBezTo>
                  <a:pt x="-14816" y="1745194"/>
                  <a:pt x="-24648" y="1604167"/>
                  <a:pt x="0" y="1299863"/>
                </a:cubicBezTo>
                <a:cubicBezTo>
                  <a:pt x="24648" y="995559"/>
                  <a:pt x="2182" y="279525"/>
                  <a:pt x="0" y="0"/>
                </a:cubicBezTo>
                <a:close/>
              </a:path>
            </a:pathLst>
          </a:custGeom>
          <a:noFill/>
          <a:ln w="47625" cap="rnd">
            <a:solidFill>
              <a:srgbClr val="FFFFFF">
                <a:alpha val="75000"/>
              </a:srgbClr>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ketchy line">
            <a:extLst>
              <a:ext uri="{FF2B5EF4-FFF2-40B4-BE49-F238E27FC236}">
                <a16:creationId xmlns:a16="http://schemas.microsoft.com/office/drawing/2014/main" id="{4E87FCFB-2CCE-460D-B3DD-557C8BD1B9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419423"/>
            <a:ext cx="4243589" cy="18288"/>
          </a:xfrm>
          <a:custGeom>
            <a:avLst/>
            <a:gdLst>
              <a:gd name="connsiteX0" fmla="*/ 0 w 4243589"/>
              <a:gd name="connsiteY0" fmla="*/ 0 h 18288"/>
              <a:gd name="connsiteX1" fmla="*/ 563791 w 4243589"/>
              <a:gd name="connsiteY1" fmla="*/ 0 h 18288"/>
              <a:gd name="connsiteX2" fmla="*/ 1042710 w 4243589"/>
              <a:gd name="connsiteY2" fmla="*/ 0 h 18288"/>
              <a:gd name="connsiteX3" fmla="*/ 1564066 w 4243589"/>
              <a:gd name="connsiteY3" fmla="*/ 0 h 18288"/>
              <a:gd name="connsiteX4" fmla="*/ 2212729 w 4243589"/>
              <a:gd name="connsiteY4" fmla="*/ 0 h 18288"/>
              <a:gd name="connsiteX5" fmla="*/ 2776520 w 4243589"/>
              <a:gd name="connsiteY5" fmla="*/ 0 h 18288"/>
              <a:gd name="connsiteX6" fmla="*/ 3297875 w 4243589"/>
              <a:gd name="connsiteY6" fmla="*/ 0 h 18288"/>
              <a:gd name="connsiteX7" fmla="*/ 4243589 w 4243589"/>
              <a:gd name="connsiteY7" fmla="*/ 0 h 18288"/>
              <a:gd name="connsiteX8" fmla="*/ 4243589 w 4243589"/>
              <a:gd name="connsiteY8" fmla="*/ 18288 h 18288"/>
              <a:gd name="connsiteX9" fmla="*/ 3637362 w 4243589"/>
              <a:gd name="connsiteY9" fmla="*/ 18288 h 18288"/>
              <a:gd name="connsiteX10" fmla="*/ 3116007 w 4243589"/>
              <a:gd name="connsiteY10" fmla="*/ 18288 h 18288"/>
              <a:gd name="connsiteX11" fmla="*/ 2424908 w 4243589"/>
              <a:gd name="connsiteY11" fmla="*/ 18288 h 18288"/>
              <a:gd name="connsiteX12" fmla="*/ 1861117 w 4243589"/>
              <a:gd name="connsiteY12" fmla="*/ 18288 h 18288"/>
              <a:gd name="connsiteX13" fmla="*/ 1382198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rgbClr val="FFFFFF">
              <a:alpha val="75000"/>
            </a:srgbClr>
          </a:solidFill>
          <a:ln w="41275" cap="rnd">
            <a:solidFill>
              <a:srgbClr val="FFFFFF">
                <a:alpha val="75000"/>
              </a:srgbClr>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2205170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0"/>
                                  </p:stCondLst>
                                  <p:iterate type="lt">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400"/>
                                        <p:tgtEl>
                                          <p:spTgt spid="3">
                                            <p:txEl>
                                              <p:pRg st="0" end="0"/>
                                            </p:txEl>
                                          </p:spTgt>
                                        </p:tgtEl>
                                      </p:cBhvr>
                                    </p:animEffect>
                                  </p:childTnLst>
                                </p:cTn>
                              </p:par>
                              <p:par>
                                <p:cTn id="8" presetID="10" presetClass="entr" presetSubtype="0" fill="hold" grpId="0" nodeType="withEffect">
                                  <p:stCondLst>
                                    <p:cond delay="1000"/>
                                  </p:stCondLst>
                                  <p:iterate type="lt">
                                    <p:tmPct val="10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15">
            <a:extLst>
              <a:ext uri="{FF2B5EF4-FFF2-40B4-BE49-F238E27FC236}">
                <a16:creationId xmlns:a16="http://schemas.microsoft.com/office/drawing/2014/main" id="{8A95209C-5275-4E15-8EA7-7F42980ABF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Graphical user interface, website&#10;&#10;Description automatically generated">
            <a:extLst>
              <a:ext uri="{FF2B5EF4-FFF2-40B4-BE49-F238E27FC236}">
                <a16:creationId xmlns:a16="http://schemas.microsoft.com/office/drawing/2014/main" id="{CE578C59-EDAB-B5EB-5EED-A570E3E7118E}"/>
              </a:ext>
            </a:extLst>
          </p:cNvPr>
          <p:cNvPicPr>
            <a:picLocks noChangeAspect="1"/>
          </p:cNvPicPr>
          <p:nvPr/>
        </p:nvPicPr>
        <p:blipFill rotWithShape="1">
          <a:blip r:embed="rId2">
            <a:alphaModFix amt="50000"/>
          </a:blip>
          <a:srcRect t="5530" r="-1" b="9861"/>
          <a:stretch/>
        </p:blipFill>
        <p:spPr>
          <a:xfrm>
            <a:off x="20" y="10"/>
            <a:ext cx="12188931" cy="6857990"/>
          </a:xfrm>
          <a:prstGeom prst="rect">
            <a:avLst/>
          </a:prstGeom>
        </p:spPr>
      </p:pic>
      <p:sp>
        <p:nvSpPr>
          <p:cNvPr id="2" name="Title 1">
            <a:extLst>
              <a:ext uri="{FF2B5EF4-FFF2-40B4-BE49-F238E27FC236}">
                <a16:creationId xmlns:a16="http://schemas.microsoft.com/office/drawing/2014/main" id="{AE7CF4E7-74C5-6059-7687-80C9FC405629}"/>
              </a:ext>
            </a:extLst>
          </p:cNvPr>
          <p:cNvSpPr>
            <a:spLocks noGrp="1"/>
          </p:cNvSpPr>
          <p:nvPr>
            <p:ph type="ctrTitle"/>
          </p:nvPr>
        </p:nvSpPr>
        <p:spPr>
          <a:xfrm>
            <a:off x="1527048" y="1124712"/>
            <a:ext cx="9144000" cy="3063240"/>
          </a:xfrm>
        </p:spPr>
        <p:txBody>
          <a:bodyPr>
            <a:normAutofit/>
          </a:bodyPr>
          <a:lstStyle/>
          <a:p>
            <a:r>
              <a:rPr lang="en-IL" sz="6600">
                <a:solidFill>
                  <a:srgbClr val="FFFFFF"/>
                </a:solidFill>
              </a:rPr>
              <a:t>CSS</a:t>
            </a:r>
          </a:p>
        </p:txBody>
      </p:sp>
      <p:sp>
        <p:nvSpPr>
          <p:cNvPr id="3" name="Subtitle 2">
            <a:extLst>
              <a:ext uri="{FF2B5EF4-FFF2-40B4-BE49-F238E27FC236}">
                <a16:creationId xmlns:a16="http://schemas.microsoft.com/office/drawing/2014/main" id="{EEE5470A-048F-8DB5-DD84-BC9D6C1A87E5}"/>
              </a:ext>
            </a:extLst>
          </p:cNvPr>
          <p:cNvSpPr>
            <a:spLocks noGrp="1"/>
          </p:cNvSpPr>
          <p:nvPr>
            <p:ph type="subTitle" idx="1"/>
          </p:nvPr>
        </p:nvSpPr>
        <p:spPr>
          <a:xfrm>
            <a:off x="1527048" y="4599432"/>
            <a:ext cx="9144000" cy="1227520"/>
          </a:xfrm>
        </p:spPr>
        <p:txBody>
          <a:bodyPr>
            <a:normAutofit/>
          </a:bodyPr>
          <a:lstStyle/>
          <a:p>
            <a:r>
              <a:rPr lang="en-IL" sz="2000" dirty="0">
                <a:solidFill>
                  <a:srgbClr val="FFFFFF"/>
                </a:solidFill>
              </a:rPr>
              <a:t>What is css</a:t>
            </a:r>
          </a:p>
          <a:p>
            <a:r>
              <a:rPr lang="en-US" sz="2000" dirty="0">
                <a:solidFill>
                  <a:srgbClr val="FFFFFF"/>
                </a:solidFill>
              </a:rPr>
              <a:t>H</a:t>
            </a:r>
            <a:r>
              <a:rPr lang="en-IL" sz="2000" dirty="0">
                <a:solidFill>
                  <a:srgbClr val="FFFFFF"/>
                </a:solidFill>
              </a:rPr>
              <a:t>ow to write it (basic)</a:t>
            </a:r>
          </a:p>
          <a:p>
            <a:r>
              <a:rPr lang="en-US" sz="2000" dirty="0">
                <a:solidFill>
                  <a:srgbClr val="FFFFFF"/>
                </a:solidFill>
              </a:rPr>
              <a:t>B</a:t>
            </a:r>
            <a:r>
              <a:rPr lang="en-IL" sz="2000" dirty="0">
                <a:solidFill>
                  <a:srgbClr val="FFFFFF"/>
                </a:solidFill>
              </a:rPr>
              <a:t>ackground-color, color</a:t>
            </a:r>
          </a:p>
        </p:txBody>
      </p:sp>
      <p:sp>
        <p:nvSpPr>
          <p:cNvPr id="25" name="sketchy box">
            <a:extLst>
              <a:ext uri="{FF2B5EF4-FFF2-40B4-BE49-F238E27FC236}">
                <a16:creationId xmlns:a16="http://schemas.microsoft.com/office/drawing/2014/main" id="{4F2ED431-E304-4FF0-9F4E-032783C9D6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38200" y="720953"/>
            <a:ext cx="10515600" cy="5416094"/>
          </a:xfrm>
          <a:custGeom>
            <a:avLst/>
            <a:gdLst>
              <a:gd name="connsiteX0" fmla="*/ 0 w 10515600"/>
              <a:gd name="connsiteY0" fmla="*/ 0 h 5416094"/>
              <a:gd name="connsiteX1" fmla="*/ 552069 w 10515600"/>
              <a:gd name="connsiteY1" fmla="*/ 0 h 5416094"/>
              <a:gd name="connsiteX2" fmla="*/ 893826 w 10515600"/>
              <a:gd name="connsiteY2" fmla="*/ 0 h 5416094"/>
              <a:gd name="connsiteX3" fmla="*/ 1761363 w 10515600"/>
              <a:gd name="connsiteY3" fmla="*/ 0 h 5416094"/>
              <a:gd name="connsiteX4" fmla="*/ 2313432 w 10515600"/>
              <a:gd name="connsiteY4" fmla="*/ 0 h 5416094"/>
              <a:gd name="connsiteX5" fmla="*/ 2865501 w 10515600"/>
              <a:gd name="connsiteY5" fmla="*/ 0 h 5416094"/>
              <a:gd name="connsiteX6" fmla="*/ 3733038 w 10515600"/>
              <a:gd name="connsiteY6" fmla="*/ 0 h 5416094"/>
              <a:gd name="connsiteX7" fmla="*/ 4179951 w 10515600"/>
              <a:gd name="connsiteY7" fmla="*/ 0 h 5416094"/>
              <a:gd name="connsiteX8" fmla="*/ 5047488 w 10515600"/>
              <a:gd name="connsiteY8" fmla="*/ 0 h 5416094"/>
              <a:gd name="connsiteX9" fmla="*/ 5915025 w 10515600"/>
              <a:gd name="connsiteY9" fmla="*/ 0 h 5416094"/>
              <a:gd name="connsiteX10" fmla="*/ 6572250 w 10515600"/>
              <a:gd name="connsiteY10" fmla="*/ 0 h 5416094"/>
              <a:gd name="connsiteX11" fmla="*/ 7439787 w 10515600"/>
              <a:gd name="connsiteY11" fmla="*/ 0 h 5416094"/>
              <a:gd name="connsiteX12" fmla="*/ 7991856 w 10515600"/>
              <a:gd name="connsiteY12" fmla="*/ 0 h 5416094"/>
              <a:gd name="connsiteX13" fmla="*/ 8543925 w 10515600"/>
              <a:gd name="connsiteY13" fmla="*/ 0 h 5416094"/>
              <a:gd name="connsiteX14" fmla="*/ 9306306 w 10515600"/>
              <a:gd name="connsiteY14" fmla="*/ 0 h 5416094"/>
              <a:gd name="connsiteX15" fmla="*/ 9858375 w 10515600"/>
              <a:gd name="connsiteY15" fmla="*/ 0 h 5416094"/>
              <a:gd name="connsiteX16" fmla="*/ 10515600 w 10515600"/>
              <a:gd name="connsiteY16" fmla="*/ 0 h 5416094"/>
              <a:gd name="connsiteX17" fmla="*/ 10515600 w 10515600"/>
              <a:gd name="connsiteY17" fmla="*/ 785334 h 5416094"/>
              <a:gd name="connsiteX18" fmla="*/ 10515600 w 10515600"/>
              <a:gd name="connsiteY18" fmla="*/ 1516506 h 5416094"/>
              <a:gd name="connsiteX19" fmla="*/ 10515600 w 10515600"/>
              <a:gd name="connsiteY19" fmla="*/ 2247679 h 5416094"/>
              <a:gd name="connsiteX20" fmla="*/ 10515600 w 10515600"/>
              <a:gd name="connsiteY20" fmla="*/ 2762208 h 5416094"/>
              <a:gd name="connsiteX21" fmla="*/ 10515600 w 10515600"/>
              <a:gd name="connsiteY21" fmla="*/ 3330898 h 5416094"/>
              <a:gd name="connsiteX22" fmla="*/ 10515600 w 10515600"/>
              <a:gd name="connsiteY22" fmla="*/ 4062071 h 5416094"/>
              <a:gd name="connsiteX23" fmla="*/ 10515600 w 10515600"/>
              <a:gd name="connsiteY23" fmla="*/ 4684921 h 5416094"/>
              <a:gd name="connsiteX24" fmla="*/ 10515600 w 10515600"/>
              <a:gd name="connsiteY24" fmla="*/ 5416094 h 5416094"/>
              <a:gd name="connsiteX25" fmla="*/ 9753219 w 10515600"/>
              <a:gd name="connsiteY25" fmla="*/ 5416094 h 5416094"/>
              <a:gd name="connsiteX26" fmla="*/ 9411462 w 10515600"/>
              <a:gd name="connsiteY26" fmla="*/ 5416094 h 5416094"/>
              <a:gd name="connsiteX27" fmla="*/ 8754237 w 10515600"/>
              <a:gd name="connsiteY27" fmla="*/ 5416094 h 5416094"/>
              <a:gd name="connsiteX28" fmla="*/ 8307324 w 10515600"/>
              <a:gd name="connsiteY28" fmla="*/ 5416094 h 5416094"/>
              <a:gd name="connsiteX29" fmla="*/ 7544943 w 10515600"/>
              <a:gd name="connsiteY29" fmla="*/ 5416094 h 5416094"/>
              <a:gd name="connsiteX30" fmla="*/ 7098030 w 10515600"/>
              <a:gd name="connsiteY30" fmla="*/ 5416094 h 5416094"/>
              <a:gd name="connsiteX31" fmla="*/ 6335649 w 10515600"/>
              <a:gd name="connsiteY31" fmla="*/ 5416094 h 5416094"/>
              <a:gd name="connsiteX32" fmla="*/ 5993892 w 10515600"/>
              <a:gd name="connsiteY32" fmla="*/ 5416094 h 5416094"/>
              <a:gd name="connsiteX33" fmla="*/ 5231511 w 10515600"/>
              <a:gd name="connsiteY33" fmla="*/ 5416094 h 5416094"/>
              <a:gd name="connsiteX34" fmla="*/ 4784598 w 10515600"/>
              <a:gd name="connsiteY34" fmla="*/ 5416094 h 5416094"/>
              <a:gd name="connsiteX35" fmla="*/ 4442841 w 10515600"/>
              <a:gd name="connsiteY35" fmla="*/ 5416094 h 5416094"/>
              <a:gd name="connsiteX36" fmla="*/ 3995928 w 10515600"/>
              <a:gd name="connsiteY36" fmla="*/ 5416094 h 5416094"/>
              <a:gd name="connsiteX37" fmla="*/ 3233547 w 10515600"/>
              <a:gd name="connsiteY37" fmla="*/ 5416094 h 5416094"/>
              <a:gd name="connsiteX38" fmla="*/ 2786634 w 10515600"/>
              <a:gd name="connsiteY38" fmla="*/ 5416094 h 5416094"/>
              <a:gd name="connsiteX39" fmla="*/ 2444877 w 10515600"/>
              <a:gd name="connsiteY39" fmla="*/ 5416094 h 5416094"/>
              <a:gd name="connsiteX40" fmla="*/ 1997964 w 10515600"/>
              <a:gd name="connsiteY40" fmla="*/ 5416094 h 5416094"/>
              <a:gd name="connsiteX41" fmla="*/ 1445895 w 10515600"/>
              <a:gd name="connsiteY41" fmla="*/ 5416094 h 5416094"/>
              <a:gd name="connsiteX42" fmla="*/ 788670 w 10515600"/>
              <a:gd name="connsiteY42" fmla="*/ 5416094 h 5416094"/>
              <a:gd name="connsiteX43" fmla="*/ 0 w 10515600"/>
              <a:gd name="connsiteY43" fmla="*/ 5416094 h 5416094"/>
              <a:gd name="connsiteX44" fmla="*/ 0 w 10515600"/>
              <a:gd name="connsiteY44" fmla="*/ 4630760 h 5416094"/>
              <a:gd name="connsiteX45" fmla="*/ 0 w 10515600"/>
              <a:gd name="connsiteY45" fmla="*/ 3953749 h 5416094"/>
              <a:gd name="connsiteX46" fmla="*/ 0 w 10515600"/>
              <a:gd name="connsiteY46" fmla="*/ 3276737 h 5416094"/>
              <a:gd name="connsiteX47" fmla="*/ 0 w 10515600"/>
              <a:gd name="connsiteY47" fmla="*/ 2599725 h 5416094"/>
              <a:gd name="connsiteX48" fmla="*/ 0 w 10515600"/>
              <a:gd name="connsiteY48" fmla="*/ 1922713 h 5416094"/>
              <a:gd name="connsiteX49" fmla="*/ 0 w 10515600"/>
              <a:gd name="connsiteY49" fmla="*/ 1299863 h 5416094"/>
              <a:gd name="connsiteX50" fmla="*/ 0 w 10515600"/>
              <a:gd name="connsiteY50" fmla="*/ 0 h 541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0515600" h="5416094"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24919" y="196329"/>
                  <a:pt x="10549062" y="488432"/>
                  <a:pt x="10515600" y="785334"/>
                </a:cubicBezTo>
                <a:cubicBezTo>
                  <a:pt x="10482138" y="1082236"/>
                  <a:pt x="10536385" y="1323726"/>
                  <a:pt x="10515600" y="1516506"/>
                </a:cubicBezTo>
                <a:cubicBezTo>
                  <a:pt x="10494815" y="1709286"/>
                  <a:pt x="10546328" y="2097632"/>
                  <a:pt x="10515600" y="2247679"/>
                </a:cubicBezTo>
                <a:cubicBezTo>
                  <a:pt x="10484872" y="2397726"/>
                  <a:pt x="10491771" y="2577292"/>
                  <a:pt x="10515600" y="2762208"/>
                </a:cubicBezTo>
                <a:cubicBezTo>
                  <a:pt x="10539429" y="2947124"/>
                  <a:pt x="10511007" y="3105736"/>
                  <a:pt x="10515600" y="3330898"/>
                </a:cubicBezTo>
                <a:cubicBezTo>
                  <a:pt x="10520194" y="3556060"/>
                  <a:pt x="10497393" y="3882611"/>
                  <a:pt x="10515600" y="4062071"/>
                </a:cubicBezTo>
                <a:cubicBezTo>
                  <a:pt x="10533807" y="4241531"/>
                  <a:pt x="10544791" y="4505155"/>
                  <a:pt x="10515600" y="4684921"/>
                </a:cubicBezTo>
                <a:cubicBezTo>
                  <a:pt x="10486410" y="4864687"/>
                  <a:pt x="10497356" y="5246484"/>
                  <a:pt x="10515600" y="5416094"/>
                </a:cubicBezTo>
                <a:cubicBezTo>
                  <a:pt x="10245623" y="5445692"/>
                  <a:pt x="10029676" y="5415505"/>
                  <a:pt x="9753219" y="5416094"/>
                </a:cubicBezTo>
                <a:cubicBezTo>
                  <a:pt x="9476762" y="5416683"/>
                  <a:pt x="9553148" y="5422760"/>
                  <a:pt x="9411462" y="5416094"/>
                </a:cubicBezTo>
                <a:cubicBezTo>
                  <a:pt x="9269776" y="5409428"/>
                  <a:pt x="8927709" y="5385012"/>
                  <a:pt x="8754237" y="5416094"/>
                </a:cubicBezTo>
                <a:cubicBezTo>
                  <a:pt x="8580766" y="5447176"/>
                  <a:pt x="8413264" y="5410024"/>
                  <a:pt x="8307324" y="5416094"/>
                </a:cubicBezTo>
                <a:cubicBezTo>
                  <a:pt x="8201384" y="5422164"/>
                  <a:pt x="7912690" y="5421686"/>
                  <a:pt x="7544943" y="5416094"/>
                </a:cubicBezTo>
                <a:cubicBezTo>
                  <a:pt x="7177196" y="5410502"/>
                  <a:pt x="7304235" y="5418502"/>
                  <a:pt x="7098030" y="5416094"/>
                </a:cubicBezTo>
                <a:cubicBezTo>
                  <a:pt x="6891825" y="5413686"/>
                  <a:pt x="6541479" y="5434609"/>
                  <a:pt x="6335649" y="5416094"/>
                </a:cubicBezTo>
                <a:cubicBezTo>
                  <a:pt x="6129819" y="5397579"/>
                  <a:pt x="6106541" y="5402791"/>
                  <a:pt x="5993892" y="5416094"/>
                </a:cubicBezTo>
                <a:cubicBezTo>
                  <a:pt x="5881243" y="5429397"/>
                  <a:pt x="5545248" y="5437743"/>
                  <a:pt x="5231511" y="5416094"/>
                </a:cubicBezTo>
                <a:cubicBezTo>
                  <a:pt x="4917774" y="5394445"/>
                  <a:pt x="4963237" y="5426599"/>
                  <a:pt x="4784598" y="5416094"/>
                </a:cubicBezTo>
                <a:cubicBezTo>
                  <a:pt x="4605959" y="5405589"/>
                  <a:pt x="4605904" y="5406658"/>
                  <a:pt x="4442841" y="5416094"/>
                </a:cubicBezTo>
                <a:cubicBezTo>
                  <a:pt x="4279778" y="5425530"/>
                  <a:pt x="4177180" y="5426138"/>
                  <a:pt x="3995928" y="5416094"/>
                </a:cubicBezTo>
                <a:cubicBezTo>
                  <a:pt x="3814676" y="5406050"/>
                  <a:pt x="3516440" y="5429234"/>
                  <a:pt x="3233547" y="5416094"/>
                </a:cubicBezTo>
                <a:cubicBezTo>
                  <a:pt x="2950654" y="5402954"/>
                  <a:pt x="2884354" y="5436103"/>
                  <a:pt x="2786634" y="5416094"/>
                </a:cubicBezTo>
                <a:cubicBezTo>
                  <a:pt x="2688914" y="5396085"/>
                  <a:pt x="2522958" y="5423232"/>
                  <a:pt x="2444877" y="5416094"/>
                </a:cubicBezTo>
                <a:cubicBezTo>
                  <a:pt x="2366796" y="5408956"/>
                  <a:pt x="2104768" y="5395479"/>
                  <a:pt x="1997964" y="5416094"/>
                </a:cubicBezTo>
                <a:cubicBezTo>
                  <a:pt x="1891160" y="5436709"/>
                  <a:pt x="1573016" y="5412376"/>
                  <a:pt x="1445895" y="5416094"/>
                </a:cubicBezTo>
                <a:cubicBezTo>
                  <a:pt x="1318774" y="5419812"/>
                  <a:pt x="986443" y="5400529"/>
                  <a:pt x="788670" y="5416094"/>
                </a:cubicBezTo>
                <a:cubicBezTo>
                  <a:pt x="590897" y="5431659"/>
                  <a:pt x="363709" y="5381266"/>
                  <a:pt x="0" y="5416094"/>
                </a:cubicBezTo>
                <a:cubicBezTo>
                  <a:pt x="-22973" y="5218643"/>
                  <a:pt x="-26699" y="5010779"/>
                  <a:pt x="0" y="4630760"/>
                </a:cubicBezTo>
                <a:cubicBezTo>
                  <a:pt x="26699" y="4250741"/>
                  <a:pt x="-15389" y="4196664"/>
                  <a:pt x="0" y="3953749"/>
                </a:cubicBezTo>
                <a:cubicBezTo>
                  <a:pt x="15389" y="3710834"/>
                  <a:pt x="468" y="3611311"/>
                  <a:pt x="0" y="3276737"/>
                </a:cubicBezTo>
                <a:cubicBezTo>
                  <a:pt x="-468" y="2942163"/>
                  <a:pt x="15360" y="2781998"/>
                  <a:pt x="0" y="2599725"/>
                </a:cubicBezTo>
                <a:cubicBezTo>
                  <a:pt x="-15360" y="2417452"/>
                  <a:pt x="14816" y="2100232"/>
                  <a:pt x="0" y="1922713"/>
                </a:cubicBezTo>
                <a:cubicBezTo>
                  <a:pt x="-14816" y="1745194"/>
                  <a:pt x="-24648" y="1604167"/>
                  <a:pt x="0" y="1299863"/>
                </a:cubicBezTo>
                <a:cubicBezTo>
                  <a:pt x="24648" y="995559"/>
                  <a:pt x="2182" y="279525"/>
                  <a:pt x="0" y="0"/>
                </a:cubicBezTo>
                <a:close/>
              </a:path>
            </a:pathLst>
          </a:custGeom>
          <a:noFill/>
          <a:ln w="47625" cap="rnd">
            <a:solidFill>
              <a:srgbClr val="FFFFFF">
                <a:alpha val="75000"/>
              </a:srgbClr>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sketchy line">
            <a:extLst>
              <a:ext uri="{FF2B5EF4-FFF2-40B4-BE49-F238E27FC236}">
                <a16:creationId xmlns:a16="http://schemas.microsoft.com/office/drawing/2014/main" id="{4E87FCFB-2CCE-460D-B3DD-557C8BD1B9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419423"/>
            <a:ext cx="4243589" cy="18288"/>
          </a:xfrm>
          <a:custGeom>
            <a:avLst/>
            <a:gdLst>
              <a:gd name="connsiteX0" fmla="*/ 0 w 4243589"/>
              <a:gd name="connsiteY0" fmla="*/ 0 h 18288"/>
              <a:gd name="connsiteX1" fmla="*/ 563791 w 4243589"/>
              <a:gd name="connsiteY1" fmla="*/ 0 h 18288"/>
              <a:gd name="connsiteX2" fmla="*/ 1042710 w 4243589"/>
              <a:gd name="connsiteY2" fmla="*/ 0 h 18288"/>
              <a:gd name="connsiteX3" fmla="*/ 1564066 w 4243589"/>
              <a:gd name="connsiteY3" fmla="*/ 0 h 18288"/>
              <a:gd name="connsiteX4" fmla="*/ 2212729 w 4243589"/>
              <a:gd name="connsiteY4" fmla="*/ 0 h 18288"/>
              <a:gd name="connsiteX5" fmla="*/ 2776520 w 4243589"/>
              <a:gd name="connsiteY5" fmla="*/ 0 h 18288"/>
              <a:gd name="connsiteX6" fmla="*/ 3297875 w 4243589"/>
              <a:gd name="connsiteY6" fmla="*/ 0 h 18288"/>
              <a:gd name="connsiteX7" fmla="*/ 4243589 w 4243589"/>
              <a:gd name="connsiteY7" fmla="*/ 0 h 18288"/>
              <a:gd name="connsiteX8" fmla="*/ 4243589 w 4243589"/>
              <a:gd name="connsiteY8" fmla="*/ 18288 h 18288"/>
              <a:gd name="connsiteX9" fmla="*/ 3637362 w 4243589"/>
              <a:gd name="connsiteY9" fmla="*/ 18288 h 18288"/>
              <a:gd name="connsiteX10" fmla="*/ 3116007 w 4243589"/>
              <a:gd name="connsiteY10" fmla="*/ 18288 h 18288"/>
              <a:gd name="connsiteX11" fmla="*/ 2424908 w 4243589"/>
              <a:gd name="connsiteY11" fmla="*/ 18288 h 18288"/>
              <a:gd name="connsiteX12" fmla="*/ 1861117 w 4243589"/>
              <a:gd name="connsiteY12" fmla="*/ 18288 h 18288"/>
              <a:gd name="connsiteX13" fmla="*/ 1382198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rgbClr val="FFFFFF">
              <a:alpha val="75000"/>
            </a:srgbClr>
          </a:solidFill>
          <a:ln w="41275" cap="rnd">
            <a:solidFill>
              <a:srgbClr val="FFFFFF">
                <a:alpha val="75000"/>
              </a:srgbClr>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2233335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invX="1"/>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23D09407-53BC-485E-B4CE-BC5E4FC4B2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921DB988-49FC-4608-B0A2-E2F3A40190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7CF4E7-74C5-6059-7687-80C9FC405629}"/>
              </a:ext>
            </a:extLst>
          </p:cNvPr>
          <p:cNvSpPr>
            <a:spLocks noGrp="1"/>
          </p:cNvSpPr>
          <p:nvPr>
            <p:ph type="ctrTitle"/>
          </p:nvPr>
        </p:nvSpPr>
        <p:spPr>
          <a:xfrm>
            <a:off x="755903" y="3399769"/>
            <a:ext cx="10640754" cy="775845"/>
          </a:xfrm>
        </p:spPr>
        <p:txBody>
          <a:bodyPr anchor="b">
            <a:normAutofit/>
          </a:bodyPr>
          <a:lstStyle/>
          <a:p>
            <a:r>
              <a:rPr lang="en-IL" sz="4000">
                <a:solidFill>
                  <a:schemeClr val="tx2"/>
                </a:solidFill>
              </a:rPr>
              <a:t>What’s next</a:t>
            </a:r>
          </a:p>
        </p:txBody>
      </p:sp>
      <p:grpSp>
        <p:nvGrpSpPr>
          <p:cNvPr id="39" name="Group 38">
            <a:extLst>
              <a:ext uri="{FF2B5EF4-FFF2-40B4-BE49-F238E27FC236}">
                <a16:creationId xmlns:a16="http://schemas.microsoft.com/office/drawing/2014/main" id="{E9B930FD-8671-4C4C-ADCF-73AC1D0CD41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9676747" y="0"/>
            <a:ext cx="2514948" cy="2174333"/>
            <a:chOff x="-305" y="-4155"/>
            <a:chExt cx="2514948" cy="2174333"/>
          </a:xfrm>
        </p:grpSpPr>
        <p:sp>
          <p:nvSpPr>
            <p:cNvPr id="40" name="Freeform: Shape 39">
              <a:extLst>
                <a:ext uri="{FF2B5EF4-FFF2-40B4-BE49-F238E27FC236}">
                  <a16:creationId xmlns:a16="http://schemas.microsoft.com/office/drawing/2014/main" id="{C35B12C1-569C-4E37-AA33-7EF215F201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Freeform: Shape 40">
              <a:extLst>
                <a:ext uri="{FF2B5EF4-FFF2-40B4-BE49-F238E27FC236}">
                  <a16:creationId xmlns:a16="http://schemas.microsoft.com/office/drawing/2014/main" id="{F23E2660-7810-46F6-8752-187127C830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Freeform: Shape 41">
              <a:extLst>
                <a:ext uri="{FF2B5EF4-FFF2-40B4-BE49-F238E27FC236}">
                  <a16:creationId xmlns:a16="http://schemas.microsoft.com/office/drawing/2014/main" id="{C991DC45-0378-45B3-B325-FB8F98545E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43" name="Freeform: Shape 42">
              <a:extLst>
                <a:ext uri="{FF2B5EF4-FFF2-40B4-BE49-F238E27FC236}">
                  <a16:creationId xmlns:a16="http://schemas.microsoft.com/office/drawing/2014/main" id="{E228F5BA-5150-4554-B7EA-93F371F3B1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32" name="Graphic 31" descr="Head with Gears">
            <a:extLst>
              <a:ext uri="{FF2B5EF4-FFF2-40B4-BE49-F238E27FC236}">
                <a16:creationId xmlns:a16="http://schemas.microsoft.com/office/drawing/2014/main" id="{15B6B60D-23DF-9D53-201D-34DD6E8C2D7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646990" y="320231"/>
            <a:ext cx="2836567" cy="2836567"/>
          </a:xfrm>
          <a:prstGeom prst="rect">
            <a:avLst/>
          </a:prstGeom>
        </p:spPr>
      </p:pic>
      <p:grpSp>
        <p:nvGrpSpPr>
          <p:cNvPr id="45" name="Group 44">
            <a:extLst>
              <a:ext uri="{FF2B5EF4-FFF2-40B4-BE49-F238E27FC236}">
                <a16:creationId xmlns:a16="http://schemas.microsoft.com/office/drawing/2014/main" id="{383C2651-AE0C-4AE4-8725-E2F9414FE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305" y="4322879"/>
            <a:ext cx="3378428" cy="2535121"/>
            <a:chOff x="-305" y="-1"/>
            <a:chExt cx="3832880" cy="2876136"/>
          </a:xfrm>
        </p:grpSpPr>
        <p:sp>
          <p:nvSpPr>
            <p:cNvPr id="46" name="Freeform: Shape 45">
              <a:extLst>
                <a:ext uri="{FF2B5EF4-FFF2-40B4-BE49-F238E27FC236}">
                  <a16:creationId xmlns:a16="http://schemas.microsoft.com/office/drawing/2014/main" id="{CCE13265-B5D2-47B4-A199-E05F390D5B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reeform: Shape 46">
              <a:extLst>
                <a:ext uri="{FF2B5EF4-FFF2-40B4-BE49-F238E27FC236}">
                  <a16:creationId xmlns:a16="http://schemas.microsoft.com/office/drawing/2014/main" id="{693EBD03-D832-462C-9304-7273698ED4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Freeform: Shape 47">
              <a:extLst>
                <a:ext uri="{FF2B5EF4-FFF2-40B4-BE49-F238E27FC236}">
                  <a16:creationId xmlns:a16="http://schemas.microsoft.com/office/drawing/2014/main" id="{0D53D3E2-805E-40D2-964F-352BF6D476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Freeform: Shape 48">
              <a:extLst>
                <a:ext uri="{FF2B5EF4-FFF2-40B4-BE49-F238E27FC236}">
                  <a16:creationId xmlns:a16="http://schemas.microsoft.com/office/drawing/2014/main" id="{B7A9A916-A926-43E6-800F-432ABC3F24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980224771"/>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500"/>
                                  </p:stCondLst>
                                  <p:iterate>
                                    <p:tmPct val="10000"/>
                                  </p:iterate>
                                  <p:childTnLst>
                                    <p:set>
                                      <p:cBhvr>
                                        <p:cTn id="6" dur="1" fill="hold">
                                          <p:stCondLst>
                                            <p:cond delay="0"/>
                                          </p:stCondLst>
                                        </p:cTn>
                                        <p:tgtEl>
                                          <p:spTgt spid="32"/>
                                        </p:tgtEl>
                                        <p:attrNameLst>
                                          <p:attrName>style.visibility</p:attrName>
                                        </p:attrNameLst>
                                      </p:cBhvr>
                                      <p:to>
                                        <p:strVal val="visible"/>
                                      </p:to>
                                    </p:set>
                                    <p:animEffect transition="in" filter="fade">
                                      <p:cBhvr>
                                        <p:cTn id="7" dur="700"/>
                                        <p:tgtEl>
                                          <p:spTgt spid="32"/>
                                        </p:tgtEl>
                                      </p:cBhvr>
                                    </p:animEffect>
                                  </p:childTnLst>
                                </p:cTn>
                              </p:par>
                              <p:par>
                                <p:cTn id="8" presetID="10" presetClass="entr" presetSubtype="0" fill="hold" grpId="0" nodeType="withEffect">
                                  <p:stCondLst>
                                    <p:cond delay="1000"/>
                                  </p:stCondLst>
                                  <p:iterate type="lt">
                                    <p:tmPct val="10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D5320934-36EE-1FDD-4C52-B2FF20046753}"/>
              </a:ext>
            </a:extLst>
          </p:cNvPr>
          <p:cNvPicPr>
            <a:picLocks noChangeAspect="1"/>
          </p:cNvPicPr>
          <p:nvPr/>
        </p:nvPicPr>
        <p:blipFill rotWithShape="1">
          <a:blip r:embed="rId2"/>
          <a:srcRect t="16525" r="9089" b="11552"/>
          <a:stretch/>
        </p:blipFill>
        <p:spPr>
          <a:xfrm>
            <a:off x="3523488" y="10"/>
            <a:ext cx="8668512" cy="6857990"/>
          </a:xfrm>
          <a:prstGeom prst="rect">
            <a:avLst/>
          </a:prstGeom>
        </p:spPr>
      </p:pic>
      <p:sp>
        <p:nvSpPr>
          <p:cNvPr id="11" name="Rectangle 10">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bg1"/>
              </a:gs>
              <a:gs pos="33000">
                <a:schemeClr val="bg1">
                  <a:alpha val="64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E7CF4E7-74C5-6059-7687-80C9FC405629}"/>
              </a:ext>
            </a:extLst>
          </p:cNvPr>
          <p:cNvSpPr>
            <a:spLocks noGrp="1"/>
          </p:cNvSpPr>
          <p:nvPr>
            <p:ph type="ctrTitle"/>
          </p:nvPr>
        </p:nvSpPr>
        <p:spPr>
          <a:xfrm>
            <a:off x="477981" y="1122363"/>
            <a:ext cx="4023360" cy="3204134"/>
          </a:xfrm>
        </p:spPr>
        <p:txBody>
          <a:bodyPr anchor="b">
            <a:normAutofit/>
          </a:bodyPr>
          <a:lstStyle/>
          <a:p>
            <a:pPr algn="l"/>
            <a:r>
              <a:rPr lang="en-IL" sz="4800"/>
              <a:t>More HTML!</a:t>
            </a:r>
          </a:p>
        </p:txBody>
      </p:sp>
      <p:sp>
        <p:nvSpPr>
          <p:cNvPr id="3" name="Subtitle 2">
            <a:extLst>
              <a:ext uri="{FF2B5EF4-FFF2-40B4-BE49-F238E27FC236}">
                <a16:creationId xmlns:a16="http://schemas.microsoft.com/office/drawing/2014/main" id="{EEE5470A-048F-8DB5-DD84-BC9D6C1A87E5}"/>
              </a:ext>
            </a:extLst>
          </p:cNvPr>
          <p:cNvSpPr>
            <a:spLocks noGrp="1"/>
          </p:cNvSpPr>
          <p:nvPr>
            <p:ph type="subTitle" idx="1"/>
          </p:nvPr>
        </p:nvSpPr>
        <p:spPr>
          <a:xfrm>
            <a:off x="477980" y="4872922"/>
            <a:ext cx="4023359" cy="1208141"/>
          </a:xfrm>
        </p:spPr>
        <p:txBody>
          <a:bodyPr>
            <a:normAutofit/>
          </a:bodyPr>
          <a:lstStyle/>
          <a:p>
            <a:pPr algn="l"/>
            <a:r>
              <a:rPr lang="en-IL" sz="2000" dirty="0"/>
              <a:t>FORM, what is in the head?, tables, div, span, hr</a:t>
            </a:r>
          </a:p>
        </p:txBody>
      </p:sp>
      <p:sp>
        <p:nvSpPr>
          <p:cNvPr id="13" name="Rectangle 12">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5" name="Rectangle 14">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58385313"/>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0"/>
                                  </p:stCondLst>
                                  <p:iterate type="lt">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400"/>
                                        <p:tgtEl>
                                          <p:spTgt spid="3">
                                            <p:txEl>
                                              <p:pRg st="0" end="0"/>
                                            </p:txEl>
                                          </p:spTgt>
                                        </p:tgtEl>
                                      </p:cBhvr>
                                    </p:animEffect>
                                  </p:childTnLst>
                                </p:cTn>
                              </p:par>
                              <p:par>
                                <p:cTn id="8" presetID="10" presetClass="entr" presetSubtype="0" fill="hold" grpId="0" nodeType="withEffect">
                                  <p:stCondLst>
                                    <p:cond delay="1000"/>
                                  </p:stCondLst>
                                  <p:iterate type="lt">
                                    <p:tmPct val="10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819A166-7571-4003-A6B8-B62034C3ED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09320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E2E992D-57B7-11A1-45ED-1920B3F7CF8C}"/>
              </a:ext>
            </a:extLst>
          </p:cNvPr>
          <p:cNvSpPr>
            <a:spLocks noGrp="1"/>
          </p:cNvSpPr>
          <p:nvPr>
            <p:ph type="title"/>
          </p:nvPr>
        </p:nvSpPr>
        <p:spPr>
          <a:xfrm>
            <a:off x="524741" y="620392"/>
            <a:ext cx="3808268" cy="5504688"/>
          </a:xfrm>
        </p:spPr>
        <p:txBody>
          <a:bodyPr>
            <a:normAutofit/>
          </a:bodyPr>
          <a:lstStyle/>
          <a:p>
            <a:r>
              <a:rPr lang="en-IL" sz="6000" dirty="0">
                <a:solidFill>
                  <a:schemeClr val="bg1"/>
                </a:solidFill>
              </a:rPr>
              <a:t>CSS</a:t>
            </a:r>
          </a:p>
        </p:txBody>
      </p:sp>
      <p:graphicFrame>
        <p:nvGraphicFramePr>
          <p:cNvPr id="5" name="Content Placeholder 2">
            <a:extLst>
              <a:ext uri="{FF2B5EF4-FFF2-40B4-BE49-F238E27FC236}">
                <a16:creationId xmlns:a16="http://schemas.microsoft.com/office/drawing/2014/main" id="{65236F82-15B8-4234-31CD-A8271194964B}"/>
              </a:ext>
            </a:extLst>
          </p:cNvPr>
          <p:cNvGraphicFramePr>
            <a:graphicFrameLocks noGrp="1"/>
          </p:cNvGraphicFramePr>
          <p:nvPr>
            <p:ph idx="1"/>
            <p:extLst>
              <p:ext uri="{D42A27DB-BD31-4B8C-83A1-F6EECF244321}">
                <p14:modId xmlns:p14="http://schemas.microsoft.com/office/powerpoint/2010/main" val="1773906840"/>
              </p:ext>
            </p:extLst>
          </p:nvPr>
        </p:nvGraphicFramePr>
        <p:xfrm>
          <a:off x="5468389" y="620392"/>
          <a:ext cx="6263640" cy="55046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205318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79BB35BC-D5C2-4C8B-A22A-A71E61919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EB0AF4F-F20B-D7F0-A00B-4F3ABCAF9224}"/>
              </a:ext>
            </a:extLst>
          </p:cNvPr>
          <p:cNvSpPr>
            <a:spLocks noGrp="1"/>
          </p:cNvSpPr>
          <p:nvPr>
            <p:ph type="title"/>
          </p:nvPr>
        </p:nvSpPr>
        <p:spPr>
          <a:xfrm>
            <a:off x="6513788" y="365126"/>
            <a:ext cx="3374491" cy="602438"/>
          </a:xfrm>
        </p:spPr>
        <p:txBody>
          <a:bodyPr vert="horz" lIns="91440" tIns="45720" rIns="91440" bIns="45720" rtlCol="0" anchor="ctr">
            <a:normAutofit fontScale="90000"/>
          </a:bodyPr>
          <a:lstStyle/>
          <a:p>
            <a:r>
              <a:rPr lang="en-US" dirty="0" err="1"/>
              <a:t>Div</a:t>
            </a:r>
            <a:r>
              <a:rPr lang="en-US" dirty="0"/>
              <a:t> and span</a:t>
            </a:r>
          </a:p>
        </p:txBody>
      </p:sp>
      <p:pic>
        <p:nvPicPr>
          <p:cNvPr id="6" name="Picture 5" descr="A screen shot of a computer&#10;&#10;Description automatically generated with low confidence">
            <a:extLst>
              <a:ext uri="{FF2B5EF4-FFF2-40B4-BE49-F238E27FC236}">
                <a16:creationId xmlns:a16="http://schemas.microsoft.com/office/drawing/2014/main" id="{F144E584-52DD-D4A7-4B95-380CA82A6C7D}"/>
              </a:ext>
            </a:extLst>
          </p:cNvPr>
          <p:cNvPicPr>
            <a:picLocks noChangeAspect="1"/>
          </p:cNvPicPr>
          <p:nvPr/>
        </p:nvPicPr>
        <p:blipFill rotWithShape="1">
          <a:blip r:embed="rId2"/>
          <a:srcRect l="19213" r="30619"/>
          <a:stretch/>
        </p:blipFill>
        <p:spPr>
          <a:xfrm>
            <a:off x="20" y="10"/>
            <a:ext cx="6116549" cy="6857990"/>
          </a:xfrm>
          <a:custGeom>
            <a:avLst/>
            <a:gdLst/>
            <a:ahLst/>
            <a:cxnLst/>
            <a:rect l="l" t="t" r="r" b="b"/>
            <a:pathLst>
              <a:path w="6116569" h="6879321">
                <a:moveTo>
                  <a:pt x="0" y="0"/>
                </a:moveTo>
                <a:lnTo>
                  <a:pt x="2935851" y="0"/>
                </a:lnTo>
                <a:cubicBezTo>
                  <a:pt x="3035710" y="10660"/>
                  <a:pt x="3138421" y="17767"/>
                  <a:pt x="3238280" y="31980"/>
                </a:cubicBezTo>
                <a:cubicBezTo>
                  <a:pt x="3817462" y="106602"/>
                  <a:pt x="3127009" y="277163"/>
                  <a:pt x="3660541" y="550772"/>
                </a:cubicBezTo>
                <a:cubicBezTo>
                  <a:pt x="3706191" y="575645"/>
                  <a:pt x="3757546" y="579199"/>
                  <a:pt x="3808902" y="589860"/>
                </a:cubicBezTo>
                <a:cubicBezTo>
                  <a:pt x="4008620" y="625393"/>
                  <a:pt x="4211192" y="618286"/>
                  <a:pt x="4413762" y="625393"/>
                </a:cubicBezTo>
                <a:cubicBezTo>
                  <a:pt x="4465118" y="628946"/>
                  <a:pt x="4525033" y="625393"/>
                  <a:pt x="4567830" y="721333"/>
                </a:cubicBezTo>
                <a:cubicBezTo>
                  <a:pt x="4425175" y="724888"/>
                  <a:pt x="4305344" y="731994"/>
                  <a:pt x="4171247" y="792401"/>
                </a:cubicBezTo>
                <a:cubicBezTo>
                  <a:pt x="4239722" y="859916"/>
                  <a:pt x="4322462" y="795955"/>
                  <a:pt x="4376671" y="842148"/>
                </a:cubicBezTo>
                <a:cubicBezTo>
                  <a:pt x="4428027" y="888342"/>
                  <a:pt x="4470824" y="891896"/>
                  <a:pt x="4527887" y="813722"/>
                </a:cubicBezTo>
                <a:cubicBezTo>
                  <a:pt x="4556417" y="774634"/>
                  <a:pt x="4604920" y="778187"/>
                  <a:pt x="4633452" y="799508"/>
                </a:cubicBezTo>
                <a:cubicBezTo>
                  <a:pt x="4781813" y="913216"/>
                  <a:pt x="4778960" y="909662"/>
                  <a:pt x="4947293" y="870576"/>
                </a:cubicBezTo>
                <a:cubicBezTo>
                  <a:pt x="5055712" y="845701"/>
                  <a:pt x="5166983" y="806615"/>
                  <a:pt x="5263988" y="820828"/>
                </a:cubicBezTo>
                <a:cubicBezTo>
                  <a:pt x="5275401" y="867022"/>
                  <a:pt x="5263988" y="888342"/>
                  <a:pt x="5249723" y="895449"/>
                </a:cubicBezTo>
                <a:cubicBezTo>
                  <a:pt x="5021475" y="1005604"/>
                  <a:pt x="4975825" y="1122864"/>
                  <a:pt x="4744723" y="1197485"/>
                </a:cubicBezTo>
                <a:cubicBezTo>
                  <a:pt x="4724751" y="1268552"/>
                  <a:pt x="4807491" y="1275660"/>
                  <a:pt x="4767548" y="1346727"/>
                </a:cubicBezTo>
                <a:cubicBezTo>
                  <a:pt x="4693367" y="1407134"/>
                  <a:pt x="4610627" y="1346727"/>
                  <a:pt x="4539299" y="1421348"/>
                </a:cubicBezTo>
                <a:cubicBezTo>
                  <a:pt x="4550712" y="1471094"/>
                  <a:pt x="4610627" y="1432008"/>
                  <a:pt x="4607773" y="1485309"/>
                </a:cubicBezTo>
                <a:cubicBezTo>
                  <a:pt x="4604920" y="1517288"/>
                  <a:pt x="4593508" y="1527948"/>
                  <a:pt x="4579242" y="1535055"/>
                </a:cubicBezTo>
                <a:cubicBezTo>
                  <a:pt x="4776107" y="1538608"/>
                  <a:pt x="5383820" y="1574142"/>
                  <a:pt x="5278255" y="1609676"/>
                </a:cubicBezTo>
                <a:cubicBezTo>
                  <a:pt x="5418057" y="1698511"/>
                  <a:pt x="5623481" y="1609676"/>
                  <a:pt x="5771843" y="1630997"/>
                </a:cubicBezTo>
                <a:cubicBezTo>
                  <a:pt x="5925911" y="1652316"/>
                  <a:pt x="6171278" y="1719830"/>
                  <a:pt x="6105656" y="1748257"/>
                </a:cubicBezTo>
                <a:cubicBezTo>
                  <a:pt x="6031475" y="1780238"/>
                  <a:pt x="5766136" y="2146235"/>
                  <a:pt x="5691955" y="2167555"/>
                </a:cubicBezTo>
                <a:cubicBezTo>
                  <a:pt x="5606362" y="2188875"/>
                  <a:pt x="5589243" y="2217302"/>
                  <a:pt x="5475118" y="2348776"/>
                </a:cubicBezTo>
                <a:cubicBezTo>
                  <a:pt x="5398085" y="2437610"/>
                  <a:pt x="5709074" y="2238623"/>
                  <a:pt x="5826051" y="2291922"/>
                </a:cubicBezTo>
                <a:cubicBezTo>
                  <a:pt x="5868848" y="2309690"/>
                  <a:pt x="5552153" y="2554872"/>
                  <a:pt x="5552153" y="2597513"/>
                </a:cubicBezTo>
                <a:cubicBezTo>
                  <a:pt x="5549300" y="2640153"/>
                  <a:pt x="5577831" y="2647260"/>
                  <a:pt x="5603508" y="2647260"/>
                </a:cubicBezTo>
                <a:cubicBezTo>
                  <a:pt x="5660571" y="2647260"/>
                  <a:pt x="5640599" y="2686346"/>
                  <a:pt x="5700515" y="2679240"/>
                </a:cubicBezTo>
                <a:cubicBezTo>
                  <a:pt x="5523622" y="2800055"/>
                  <a:pt x="5418057" y="2778734"/>
                  <a:pt x="5246870" y="2888889"/>
                </a:cubicBezTo>
                <a:cubicBezTo>
                  <a:pt x="5164130" y="2942189"/>
                  <a:pt x="4921615" y="3119857"/>
                  <a:pt x="4836022" y="3169605"/>
                </a:cubicBezTo>
                <a:cubicBezTo>
                  <a:pt x="4801785" y="3187371"/>
                  <a:pt x="4758988" y="3173158"/>
                  <a:pt x="4736163" y="3233565"/>
                </a:cubicBezTo>
                <a:cubicBezTo>
                  <a:pt x="4770400" y="3279759"/>
                  <a:pt x="4816050" y="3254885"/>
                  <a:pt x="4853141" y="3233565"/>
                </a:cubicBezTo>
                <a:cubicBezTo>
                  <a:pt x="4944440" y="3176711"/>
                  <a:pt x="4935881" y="3190925"/>
                  <a:pt x="4944440" y="3226459"/>
                </a:cubicBezTo>
                <a:cubicBezTo>
                  <a:pt x="4972972" y="3350827"/>
                  <a:pt x="5044300" y="3308186"/>
                  <a:pt x="5109921" y="3283313"/>
                </a:cubicBezTo>
                <a:cubicBezTo>
                  <a:pt x="5303932" y="3208692"/>
                  <a:pt x="5500797" y="3215799"/>
                  <a:pt x="5694809" y="3141178"/>
                </a:cubicBezTo>
                <a:cubicBezTo>
                  <a:pt x="5714781" y="3134070"/>
                  <a:pt x="5612068" y="3283313"/>
                  <a:pt x="5566419" y="3301079"/>
                </a:cubicBezTo>
                <a:cubicBezTo>
                  <a:pt x="5515063" y="3322399"/>
                  <a:pt x="5452294" y="3311739"/>
                  <a:pt x="5415203" y="3397020"/>
                </a:cubicBezTo>
                <a:cubicBezTo>
                  <a:pt x="5477972" y="3414787"/>
                  <a:pt x="5552153" y="3372147"/>
                  <a:pt x="5612068" y="3432554"/>
                </a:cubicBezTo>
                <a:cubicBezTo>
                  <a:pt x="5469413" y="3528494"/>
                  <a:pt x="5329610" y="3535601"/>
                  <a:pt x="5206927" y="3599562"/>
                </a:cubicBezTo>
                <a:cubicBezTo>
                  <a:pt x="5192661" y="3706163"/>
                  <a:pt x="5272548" y="3663523"/>
                  <a:pt x="5301079" y="3723930"/>
                </a:cubicBezTo>
                <a:cubicBezTo>
                  <a:pt x="5072830" y="3844745"/>
                  <a:pt x="4564977" y="4232062"/>
                  <a:pt x="4507915" y="4306683"/>
                </a:cubicBezTo>
                <a:cubicBezTo>
                  <a:pt x="4390937" y="4463031"/>
                  <a:pt x="3900202" y="4562525"/>
                  <a:pt x="3982942" y="4587399"/>
                </a:cubicBezTo>
                <a:cubicBezTo>
                  <a:pt x="4051417" y="4608719"/>
                  <a:pt x="4119891" y="4587399"/>
                  <a:pt x="4185513" y="4541205"/>
                </a:cubicBezTo>
                <a:cubicBezTo>
                  <a:pt x="4291078" y="4466584"/>
                  <a:pt x="5010062" y="4523438"/>
                  <a:pt x="5212633" y="4455924"/>
                </a:cubicBezTo>
                <a:cubicBezTo>
                  <a:pt x="5241164" y="4445264"/>
                  <a:pt x="5283960" y="4409730"/>
                  <a:pt x="5312492" y="4473691"/>
                </a:cubicBezTo>
                <a:cubicBezTo>
                  <a:pt x="5098508" y="4704659"/>
                  <a:pt x="4833169" y="4654913"/>
                  <a:pt x="4596361" y="4818368"/>
                </a:cubicBezTo>
                <a:cubicBezTo>
                  <a:pt x="4684807" y="4917861"/>
                  <a:pt x="4776107" y="4907202"/>
                  <a:pt x="4873113" y="4885882"/>
                </a:cubicBezTo>
                <a:cubicBezTo>
                  <a:pt x="4895938" y="4878775"/>
                  <a:pt x="4930175" y="4871668"/>
                  <a:pt x="4935881" y="4914309"/>
                </a:cubicBezTo>
                <a:cubicBezTo>
                  <a:pt x="4941587" y="4967609"/>
                  <a:pt x="4898790" y="4978270"/>
                  <a:pt x="4873113" y="5003143"/>
                </a:cubicBezTo>
                <a:cubicBezTo>
                  <a:pt x="4833169" y="5038676"/>
                  <a:pt x="4773254" y="4999590"/>
                  <a:pt x="4721898" y="5095530"/>
                </a:cubicBezTo>
                <a:cubicBezTo>
                  <a:pt x="4873113" y="5067104"/>
                  <a:pt x="4998650" y="5020910"/>
                  <a:pt x="5132745" y="4949842"/>
                </a:cubicBezTo>
                <a:cubicBezTo>
                  <a:pt x="5121333" y="5006696"/>
                  <a:pt x="5081390" y="5035123"/>
                  <a:pt x="5101362" y="5081317"/>
                </a:cubicBezTo>
                <a:cubicBezTo>
                  <a:pt x="5118480" y="5116850"/>
                  <a:pt x="5164130" y="5131063"/>
                  <a:pt x="5138452" y="5198578"/>
                </a:cubicBezTo>
                <a:cubicBezTo>
                  <a:pt x="5067125" y="5273199"/>
                  <a:pt x="4967265" y="5258986"/>
                  <a:pt x="4904497" y="5362033"/>
                </a:cubicBezTo>
                <a:cubicBezTo>
                  <a:pt x="4818903" y="5507721"/>
                  <a:pt x="4684807" y="5564575"/>
                  <a:pt x="4579242" y="5674729"/>
                </a:cubicBezTo>
                <a:cubicBezTo>
                  <a:pt x="4545005" y="5713816"/>
                  <a:pt x="4313903" y="5841738"/>
                  <a:pt x="4253988" y="5884379"/>
                </a:cubicBezTo>
                <a:cubicBezTo>
                  <a:pt x="4168395" y="5944786"/>
                  <a:pt x="4071389" y="5966106"/>
                  <a:pt x="3985795" y="6069153"/>
                </a:cubicBezTo>
                <a:cubicBezTo>
                  <a:pt x="4065682" y="6086921"/>
                  <a:pt x="4134157" y="5990979"/>
                  <a:pt x="4231163" y="6030066"/>
                </a:cubicBezTo>
                <a:cubicBezTo>
                  <a:pt x="4074242" y="6133114"/>
                  <a:pt x="3931586" y="6182861"/>
                  <a:pt x="3814609" y="6317889"/>
                </a:cubicBezTo>
                <a:cubicBezTo>
                  <a:pt x="3800343" y="6335656"/>
                  <a:pt x="3771812" y="6332102"/>
                  <a:pt x="3751840" y="6339209"/>
                </a:cubicBezTo>
                <a:cubicBezTo>
                  <a:pt x="3529298" y="6406723"/>
                  <a:pt x="3309608" y="6467130"/>
                  <a:pt x="3089919" y="6563071"/>
                </a:cubicBezTo>
                <a:cubicBezTo>
                  <a:pt x="3041416" y="6584392"/>
                  <a:pt x="2955823" y="6595052"/>
                  <a:pt x="2961529" y="6662566"/>
                </a:cubicBezTo>
                <a:cubicBezTo>
                  <a:pt x="2972941" y="6765613"/>
                  <a:pt x="3055681" y="6687439"/>
                  <a:pt x="3107038" y="6673226"/>
                </a:cubicBezTo>
                <a:cubicBezTo>
                  <a:pt x="3269664" y="6634138"/>
                  <a:pt x="3432292" y="6570178"/>
                  <a:pt x="3594919" y="6591499"/>
                </a:cubicBezTo>
                <a:cubicBezTo>
                  <a:pt x="3483648" y="6637693"/>
                  <a:pt x="3372376" y="6680332"/>
                  <a:pt x="3261106" y="6726527"/>
                </a:cubicBezTo>
                <a:cubicBezTo>
                  <a:pt x="3386642" y="6705206"/>
                  <a:pt x="3495061" y="6786934"/>
                  <a:pt x="3620597" y="6740740"/>
                </a:cubicBezTo>
                <a:cubicBezTo>
                  <a:pt x="3660541" y="6726527"/>
                  <a:pt x="3700484" y="6765613"/>
                  <a:pt x="3703337" y="6826020"/>
                </a:cubicBezTo>
                <a:cubicBezTo>
                  <a:pt x="3706191" y="6847340"/>
                  <a:pt x="3700484" y="6865108"/>
                  <a:pt x="3689072" y="6879321"/>
                </a:cubicBezTo>
                <a:lnTo>
                  <a:pt x="0" y="6879321"/>
                </a:lnTo>
                <a:close/>
              </a:path>
            </a:pathLst>
          </a:custGeom>
        </p:spPr>
      </p:pic>
      <p:sp>
        <p:nvSpPr>
          <p:cNvPr id="4" name="TextBox 3">
            <a:extLst>
              <a:ext uri="{FF2B5EF4-FFF2-40B4-BE49-F238E27FC236}">
                <a16:creationId xmlns:a16="http://schemas.microsoft.com/office/drawing/2014/main" id="{21B1F5D5-B275-521D-5F3D-419A7C2A563D}"/>
              </a:ext>
            </a:extLst>
          </p:cNvPr>
          <p:cNvSpPr txBox="1"/>
          <p:nvPr/>
        </p:nvSpPr>
        <p:spPr>
          <a:xfrm>
            <a:off x="6050320" y="1484353"/>
            <a:ext cx="6116549" cy="4805363"/>
          </a:xfrm>
          <a:prstGeom prst="rect">
            <a:avLst/>
          </a:prstGeom>
        </p:spPr>
        <p:txBody>
          <a:bodyPr vert="horz" lIns="91440" tIns="45720" rIns="91440" bIns="45720" rtlCol="0">
            <a:normAutofit fontScale="92500" lnSpcReduction="10000"/>
          </a:bodyPr>
          <a:lstStyle/>
          <a:p>
            <a:pPr indent="-228600">
              <a:lnSpc>
                <a:spcPct val="90000"/>
              </a:lnSpc>
              <a:spcAft>
                <a:spcPts val="600"/>
              </a:spcAft>
              <a:buFont typeface="Arial" panose="020B0604020202020204" pitchFamily="34" charset="0"/>
              <a:buChar char="•"/>
            </a:pPr>
            <a:r>
              <a:rPr lang="en-US" sz="2300" b="0" i="0" dirty="0">
                <a:effectLst/>
              </a:rPr>
              <a:t>The </a:t>
            </a:r>
            <a:r>
              <a:rPr lang="en-US" sz="2300" dirty="0"/>
              <a:t>div</a:t>
            </a:r>
            <a:r>
              <a:rPr lang="en-US" sz="2300" b="0" i="0" dirty="0">
                <a:effectLst/>
              </a:rPr>
              <a:t> element is a generic container for content, which does not have any inherent meaning. You can use it to group elements together and apply styles to them, as well as to create layouts by positioning them with CSS. The </a:t>
            </a:r>
            <a:r>
              <a:rPr lang="en-US" sz="2300" dirty="0"/>
              <a:t>span</a:t>
            </a:r>
            <a:r>
              <a:rPr lang="en-US" sz="2300" b="0" i="0" dirty="0">
                <a:effectLst/>
              </a:rPr>
              <a:t> element is also a generic inline container for content, but it is used to group inline elements together and apply styles to them.</a:t>
            </a:r>
            <a:endParaRPr lang="en-US" sz="2300" dirty="0"/>
          </a:p>
          <a:p>
            <a:pPr indent="-228600">
              <a:lnSpc>
                <a:spcPct val="90000"/>
              </a:lnSpc>
              <a:spcAft>
                <a:spcPts val="600"/>
              </a:spcAft>
              <a:buFont typeface="Arial" panose="020B0604020202020204" pitchFamily="34" charset="0"/>
              <a:buChar char="•"/>
            </a:pPr>
            <a:endParaRPr lang="en-US" sz="2300" dirty="0"/>
          </a:p>
          <a:p>
            <a:pPr indent="-228600">
              <a:lnSpc>
                <a:spcPct val="90000"/>
              </a:lnSpc>
              <a:spcAft>
                <a:spcPts val="600"/>
              </a:spcAft>
              <a:buFont typeface="Arial" panose="020B0604020202020204" pitchFamily="34" charset="0"/>
              <a:buChar char="•"/>
            </a:pPr>
            <a:endParaRPr lang="en-US" sz="2300" dirty="0"/>
          </a:p>
          <a:p>
            <a:pPr indent="-228600">
              <a:lnSpc>
                <a:spcPct val="90000"/>
              </a:lnSpc>
              <a:spcAft>
                <a:spcPts val="600"/>
              </a:spcAft>
              <a:buFont typeface="Arial" panose="020B0604020202020204" pitchFamily="34" charset="0"/>
              <a:buChar char="•"/>
            </a:pPr>
            <a:r>
              <a:rPr lang="en-US" sz="2300" dirty="0" err="1"/>
              <a:t>Eample</a:t>
            </a:r>
            <a:r>
              <a:rPr lang="en-US" sz="2300" dirty="0"/>
              <a:t> 2: </a:t>
            </a:r>
          </a:p>
          <a:p>
            <a:pPr>
              <a:lnSpc>
                <a:spcPct val="90000"/>
              </a:lnSpc>
              <a:spcAft>
                <a:spcPts val="600"/>
              </a:spcAft>
            </a:pPr>
            <a:r>
              <a:rPr lang="en-US" sz="2300" dirty="0"/>
              <a:t>&lt;div&gt;</a:t>
            </a:r>
          </a:p>
          <a:p>
            <a:pPr>
              <a:lnSpc>
                <a:spcPct val="90000"/>
              </a:lnSpc>
              <a:spcAft>
                <a:spcPts val="600"/>
              </a:spcAft>
            </a:pPr>
            <a:r>
              <a:rPr lang="en-US" sz="2300" dirty="0"/>
              <a:t>  &lt;span&gt;This is some text inside a span element.&lt;/span&gt;</a:t>
            </a:r>
          </a:p>
          <a:p>
            <a:pPr>
              <a:lnSpc>
                <a:spcPct val="90000"/>
              </a:lnSpc>
              <a:spcAft>
                <a:spcPts val="600"/>
              </a:spcAft>
            </a:pPr>
            <a:r>
              <a:rPr lang="en-US" sz="2300" dirty="0"/>
              <a:t>  &lt;span&gt;This is some more text inside another span element.&lt;/span&gt;</a:t>
            </a:r>
          </a:p>
          <a:p>
            <a:pPr>
              <a:lnSpc>
                <a:spcPct val="90000"/>
              </a:lnSpc>
              <a:spcAft>
                <a:spcPts val="600"/>
              </a:spcAft>
            </a:pPr>
            <a:r>
              <a:rPr lang="en-US" sz="2300" dirty="0"/>
              <a:t>&lt;/div&gt;</a:t>
            </a:r>
          </a:p>
          <a:p>
            <a:pPr indent="-228600">
              <a:lnSpc>
                <a:spcPct val="90000"/>
              </a:lnSpc>
              <a:spcAft>
                <a:spcPts val="600"/>
              </a:spcAft>
              <a:buFont typeface="Arial" panose="020B0604020202020204" pitchFamily="34" charset="0"/>
              <a:buChar char="•"/>
            </a:pPr>
            <a:endParaRPr lang="en-US" sz="1400" dirty="0"/>
          </a:p>
        </p:txBody>
      </p:sp>
    </p:spTree>
    <p:extLst>
      <p:ext uri="{BB962C8B-B14F-4D97-AF65-F5344CB8AC3E}">
        <p14:creationId xmlns:p14="http://schemas.microsoft.com/office/powerpoint/2010/main" val="36074762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DC88AF6-81C5-1442-3D02-050FB16A0870}"/>
              </a:ext>
            </a:extLst>
          </p:cNvPr>
          <p:cNvSpPr>
            <a:spLocks noGrp="1"/>
          </p:cNvSpPr>
          <p:nvPr>
            <p:ph type="title"/>
          </p:nvPr>
        </p:nvSpPr>
        <p:spPr>
          <a:xfrm>
            <a:off x="686834" y="1153572"/>
            <a:ext cx="3200400" cy="4461163"/>
          </a:xfrm>
        </p:spPr>
        <p:txBody>
          <a:bodyPr>
            <a:normAutofit/>
          </a:bodyPr>
          <a:lstStyle/>
          <a:p>
            <a:r>
              <a:rPr lang="en-IL">
                <a:solidFill>
                  <a:srgbClr val="FFFFFF"/>
                </a:solidFill>
              </a:rPr>
              <a:t>hr</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2DA9B492-C0F3-5DCE-B608-8706CEB76446}"/>
              </a:ext>
            </a:extLst>
          </p:cNvPr>
          <p:cNvSpPr>
            <a:spLocks noGrp="1"/>
          </p:cNvSpPr>
          <p:nvPr>
            <p:ph idx="1"/>
          </p:nvPr>
        </p:nvSpPr>
        <p:spPr>
          <a:xfrm>
            <a:off x="4447308" y="591344"/>
            <a:ext cx="6906491" cy="5585619"/>
          </a:xfrm>
        </p:spPr>
        <p:txBody>
          <a:bodyPr anchor="ctr">
            <a:normAutofit/>
          </a:bodyPr>
          <a:lstStyle/>
          <a:p>
            <a:r>
              <a:rPr lang="en-US" dirty="0"/>
              <a:t>The </a:t>
            </a:r>
            <a:r>
              <a:rPr lang="en-US" dirty="0" err="1"/>
              <a:t>hr</a:t>
            </a:r>
            <a:r>
              <a:rPr lang="en-US" dirty="0"/>
              <a:t> element represents a paragraph-level thematic break, e.g. a scene change in a story, or a transition to another topic within a section of a reference book.</a:t>
            </a:r>
          </a:p>
          <a:p>
            <a:pPr marL="0" indent="0">
              <a:buNone/>
            </a:pPr>
            <a:r>
              <a:rPr lang="en-US" dirty="0"/>
              <a:t>Example : &lt;</a:t>
            </a:r>
            <a:r>
              <a:rPr lang="en-US" dirty="0" err="1"/>
              <a:t>hr</a:t>
            </a:r>
            <a:r>
              <a:rPr lang="en-US" dirty="0"/>
              <a:t>&gt;</a:t>
            </a:r>
            <a:endParaRPr lang="en-IL" dirty="0"/>
          </a:p>
        </p:txBody>
      </p:sp>
    </p:spTree>
    <p:extLst>
      <p:ext uri="{BB962C8B-B14F-4D97-AF65-F5344CB8AC3E}">
        <p14:creationId xmlns:p14="http://schemas.microsoft.com/office/powerpoint/2010/main" val="31439648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26A9C-E756-82E7-4C3C-CAB1D6FB58D3}"/>
              </a:ext>
            </a:extLst>
          </p:cNvPr>
          <p:cNvSpPr>
            <a:spLocks noGrp="1"/>
          </p:cNvSpPr>
          <p:nvPr>
            <p:ph type="title"/>
          </p:nvPr>
        </p:nvSpPr>
        <p:spPr/>
        <p:txBody>
          <a:bodyPr/>
          <a:lstStyle/>
          <a:p>
            <a:r>
              <a:rPr lang="en-IL" dirty="0"/>
              <a:t>form</a:t>
            </a:r>
          </a:p>
        </p:txBody>
      </p:sp>
      <p:sp>
        <p:nvSpPr>
          <p:cNvPr id="3" name="Content Placeholder 2">
            <a:extLst>
              <a:ext uri="{FF2B5EF4-FFF2-40B4-BE49-F238E27FC236}">
                <a16:creationId xmlns:a16="http://schemas.microsoft.com/office/drawing/2014/main" id="{637DFE7C-D7B4-C343-A869-3BE994FE017D}"/>
              </a:ext>
            </a:extLst>
          </p:cNvPr>
          <p:cNvSpPr>
            <a:spLocks noGrp="1"/>
          </p:cNvSpPr>
          <p:nvPr>
            <p:ph idx="1"/>
          </p:nvPr>
        </p:nvSpPr>
        <p:spPr/>
        <p:txBody>
          <a:bodyPr>
            <a:normAutofit fontScale="92500" lnSpcReduction="10000"/>
          </a:bodyPr>
          <a:lstStyle/>
          <a:p>
            <a:r>
              <a:rPr lang="en-US" b="0" dirty="0">
                <a:solidFill>
                  <a:srgbClr val="72F1B8"/>
                </a:solidFill>
                <a:effectLst/>
                <a:latin typeface="Menlo" panose="020B0609030804020204" pitchFamily="49" charset="0"/>
              </a:rPr>
              <a:t>Legend - </a:t>
            </a:r>
            <a:r>
              <a:rPr lang="en-US" b="0" i="0" dirty="0">
                <a:effectLst/>
                <a:latin typeface="Inter"/>
              </a:rPr>
              <a:t>The </a:t>
            </a:r>
            <a:r>
              <a:rPr lang="en-US" b="1" i="0" dirty="0">
                <a:effectLst/>
                <a:latin typeface="Inter"/>
              </a:rPr>
              <a:t>&lt;legend&gt;</a:t>
            </a:r>
            <a:r>
              <a:rPr lang="en-US" b="0" i="0" dirty="0">
                <a:effectLst/>
                <a:latin typeface="Inter"/>
              </a:rPr>
              <a:t> </a:t>
            </a:r>
            <a:r>
              <a:rPr lang="en-US" b="0" i="0" u="sng" dirty="0">
                <a:effectLst/>
                <a:latin typeface="Inter"/>
                <a:hlinkClick r:id="rId2">
                  <a:extLst>
                    <a:ext uri="{A12FA001-AC4F-418D-AE19-62706E023703}">
                      <ahyp:hlinkClr xmlns:ahyp="http://schemas.microsoft.com/office/drawing/2018/hyperlinkcolor" val="tx"/>
                    </a:ext>
                  </a:extLst>
                </a:hlinkClick>
              </a:rPr>
              <a:t>HTML</a:t>
            </a:r>
            <a:r>
              <a:rPr lang="en-US" b="0" i="0" dirty="0">
                <a:effectLst/>
                <a:latin typeface="Inter"/>
              </a:rPr>
              <a:t> element represents a caption for the content of its parent</a:t>
            </a:r>
            <a:endParaRPr lang="en-US" b="0" dirty="0">
              <a:solidFill>
                <a:srgbClr val="72F1B8"/>
              </a:solidFill>
              <a:effectLst/>
              <a:latin typeface="Menlo" panose="020B0609030804020204" pitchFamily="49" charset="0"/>
            </a:endParaRPr>
          </a:p>
          <a:p>
            <a:r>
              <a:rPr lang="en-US" dirty="0" err="1">
                <a:solidFill>
                  <a:srgbClr val="72F1B8"/>
                </a:solidFill>
                <a:latin typeface="Menlo" panose="020B0609030804020204" pitchFamily="49" charset="0"/>
              </a:rPr>
              <a:t>Fieldset</a:t>
            </a:r>
            <a:r>
              <a:rPr lang="en-US" dirty="0">
                <a:solidFill>
                  <a:srgbClr val="72F1B8"/>
                </a:solidFill>
                <a:latin typeface="Menlo" panose="020B0609030804020204" pitchFamily="49" charset="0"/>
              </a:rPr>
              <a:t>-</a:t>
            </a:r>
            <a:r>
              <a:rPr lang="en-US" dirty="0">
                <a:latin typeface="Menlo" panose="020B0609030804020204" pitchFamily="49" charset="0"/>
              </a:rPr>
              <a:t> </a:t>
            </a:r>
            <a:r>
              <a:rPr lang="en-US" b="0" i="0" dirty="0">
                <a:effectLst/>
                <a:latin typeface="Inter"/>
              </a:rPr>
              <a:t>The </a:t>
            </a:r>
            <a:r>
              <a:rPr lang="en-US" b="1" i="0" dirty="0">
                <a:effectLst/>
                <a:latin typeface="Inter"/>
              </a:rPr>
              <a:t>&lt;</a:t>
            </a:r>
            <a:r>
              <a:rPr lang="en-US" b="1" i="0" dirty="0" err="1">
                <a:effectLst/>
                <a:latin typeface="Inter"/>
              </a:rPr>
              <a:t>fieldset</a:t>
            </a:r>
            <a:r>
              <a:rPr lang="en-US" b="1" i="0" dirty="0">
                <a:effectLst/>
                <a:latin typeface="Inter"/>
              </a:rPr>
              <a:t>&gt;</a:t>
            </a:r>
            <a:r>
              <a:rPr lang="en-US" b="0" i="0" dirty="0">
                <a:effectLst/>
                <a:latin typeface="Inter"/>
              </a:rPr>
              <a:t> </a:t>
            </a:r>
            <a:r>
              <a:rPr lang="en-US" b="0" i="0" u="sng" dirty="0">
                <a:effectLst/>
                <a:latin typeface="Inter"/>
                <a:hlinkClick r:id="rId2">
                  <a:extLst>
                    <a:ext uri="{A12FA001-AC4F-418D-AE19-62706E023703}">
                      <ahyp:hlinkClr xmlns:ahyp="http://schemas.microsoft.com/office/drawing/2018/hyperlinkcolor" val="tx"/>
                    </a:ext>
                  </a:extLst>
                </a:hlinkClick>
              </a:rPr>
              <a:t>HTML</a:t>
            </a:r>
            <a:r>
              <a:rPr lang="en-US" b="0" i="0" dirty="0">
                <a:effectLst/>
                <a:latin typeface="Inter"/>
              </a:rPr>
              <a:t> element is used to group several controls as well as labels (</a:t>
            </a:r>
            <a:r>
              <a:rPr lang="en-US" b="0" i="0" u="sng" dirty="0">
                <a:effectLst/>
                <a:latin typeface="Inter"/>
                <a:hlinkClick r:id="rId3">
                  <a:extLst>
                    <a:ext uri="{A12FA001-AC4F-418D-AE19-62706E023703}">
                      <ahyp:hlinkClr xmlns:ahyp="http://schemas.microsoft.com/office/drawing/2018/hyperlinkcolor" val="tx"/>
                    </a:ext>
                  </a:extLst>
                </a:hlinkClick>
              </a:rPr>
              <a:t>&lt;label&gt;</a:t>
            </a:r>
            <a:r>
              <a:rPr lang="en-US" b="0" i="0" dirty="0">
                <a:effectLst/>
                <a:latin typeface="Inter"/>
              </a:rPr>
              <a:t>) within a web form.</a:t>
            </a:r>
            <a:endParaRPr lang="en-US" b="0" dirty="0">
              <a:effectLst/>
              <a:latin typeface="Menlo" panose="020B0609030804020204" pitchFamily="49" charset="0"/>
            </a:endParaRPr>
          </a:p>
          <a:p>
            <a:r>
              <a:rPr lang="en-US" b="0" dirty="0">
                <a:solidFill>
                  <a:srgbClr val="72F1B8"/>
                </a:solidFill>
                <a:effectLst/>
                <a:latin typeface="Menlo" panose="020B0609030804020204" pitchFamily="49" charset="0"/>
              </a:rPr>
              <a:t>Label- </a:t>
            </a:r>
            <a:r>
              <a:rPr lang="en-US" b="0" i="0" dirty="0">
                <a:effectLst/>
                <a:latin typeface="Inter"/>
              </a:rPr>
              <a:t>The </a:t>
            </a:r>
            <a:r>
              <a:rPr lang="en-US" b="1" i="0" dirty="0">
                <a:effectLst/>
                <a:latin typeface="Inter"/>
              </a:rPr>
              <a:t>&lt;label&gt;</a:t>
            </a:r>
            <a:r>
              <a:rPr lang="en-US" b="0" i="0" dirty="0">
                <a:effectLst/>
                <a:latin typeface="Inter"/>
              </a:rPr>
              <a:t> </a:t>
            </a:r>
            <a:r>
              <a:rPr lang="en-US" b="0" i="0" u="sng" dirty="0">
                <a:effectLst/>
                <a:latin typeface="Inter"/>
                <a:hlinkClick r:id="rId2">
                  <a:extLst>
                    <a:ext uri="{A12FA001-AC4F-418D-AE19-62706E023703}">
                      <ahyp:hlinkClr xmlns:ahyp="http://schemas.microsoft.com/office/drawing/2018/hyperlinkcolor" val="tx"/>
                    </a:ext>
                  </a:extLst>
                </a:hlinkClick>
              </a:rPr>
              <a:t>HTML</a:t>
            </a:r>
            <a:r>
              <a:rPr lang="en-US" b="0" i="0" dirty="0">
                <a:effectLst/>
                <a:latin typeface="Inter"/>
              </a:rPr>
              <a:t> element represents a caption for an item in a user interface.</a:t>
            </a:r>
            <a:endParaRPr lang="en-US" b="0" dirty="0">
              <a:effectLst/>
              <a:latin typeface="Menlo" panose="020B0609030804020204" pitchFamily="49" charset="0"/>
            </a:endParaRPr>
          </a:p>
          <a:p>
            <a:r>
              <a:rPr lang="en-US" b="0" dirty="0">
                <a:solidFill>
                  <a:srgbClr val="72F1B8"/>
                </a:solidFill>
                <a:effectLst/>
                <a:latin typeface="Menlo" panose="020B0609030804020204" pitchFamily="49" charset="0"/>
              </a:rPr>
              <a:t>Input- </a:t>
            </a:r>
            <a:r>
              <a:rPr lang="en-US" b="0" i="0" dirty="0">
                <a:effectLst/>
                <a:latin typeface="Inter"/>
              </a:rPr>
              <a:t>The </a:t>
            </a:r>
            <a:r>
              <a:rPr lang="en-US" b="1" i="0" dirty="0">
                <a:effectLst/>
                <a:latin typeface="Inter"/>
              </a:rPr>
              <a:t>&lt;input&gt;</a:t>
            </a:r>
            <a:r>
              <a:rPr lang="en-US" b="0" i="0" dirty="0">
                <a:effectLst/>
                <a:latin typeface="Inter"/>
              </a:rPr>
              <a:t> </a:t>
            </a:r>
            <a:r>
              <a:rPr lang="en-US" b="0" i="0" u="sng" dirty="0">
                <a:effectLst/>
                <a:latin typeface="Inter"/>
                <a:hlinkClick r:id="rId2">
                  <a:extLst>
                    <a:ext uri="{A12FA001-AC4F-418D-AE19-62706E023703}">
                      <ahyp:hlinkClr xmlns:ahyp="http://schemas.microsoft.com/office/drawing/2018/hyperlinkcolor" val="tx"/>
                    </a:ext>
                  </a:extLst>
                </a:hlinkClick>
              </a:rPr>
              <a:t>HTML</a:t>
            </a:r>
            <a:r>
              <a:rPr lang="en-US" b="0" i="0" dirty="0">
                <a:effectLst/>
                <a:latin typeface="Inter"/>
              </a:rPr>
              <a:t> element is used to create interactive controls for web-based forms in order to accept data from the user; a wide variety of types of input data and control widgets are available, depending on the device and </a:t>
            </a:r>
            <a:r>
              <a:rPr lang="en-US" b="0" i="0" u="sng" dirty="0">
                <a:effectLst/>
                <a:latin typeface="Inter"/>
                <a:hlinkClick r:id="rId4">
                  <a:extLst>
                    <a:ext uri="{A12FA001-AC4F-418D-AE19-62706E023703}">
                      <ahyp:hlinkClr xmlns:ahyp="http://schemas.microsoft.com/office/drawing/2018/hyperlinkcolor" val="tx"/>
                    </a:ext>
                  </a:extLst>
                </a:hlinkClick>
              </a:rPr>
              <a:t>user agent</a:t>
            </a:r>
            <a:r>
              <a:rPr lang="en-US" b="0" i="0" dirty="0">
                <a:effectLst/>
                <a:latin typeface="Inter"/>
              </a:rPr>
              <a:t>. The </a:t>
            </a:r>
            <a:r>
              <a:rPr lang="en-US" dirty="0"/>
              <a:t>&lt;input&gt;</a:t>
            </a:r>
            <a:r>
              <a:rPr lang="en-US" b="0" i="0" dirty="0">
                <a:effectLst/>
                <a:latin typeface="Inter"/>
              </a:rPr>
              <a:t> element is one of the most powerful and complex in all of HTML due </a:t>
            </a:r>
            <a:r>
              <a:rPr lang="en-US" b="0" i="0" dirty="0">
                <a:solidFill>
                  <a:srgbClr val="FFFFFF"/>
                </a:solidFill>
                <a:effectLst/>
                <a:latin typeface="Inter"/>
              </a:rPr>
              <a:t>to the sheer number of combinations of input types and attributes.</a:t>
            </a:r>
            <a:endParaRPr lang="en-US" b="0" dirty="0">
              <a:solidFill>
                <a:srgbClr val="BBBBBB"/>
              </a:solidFill>
              <a:effectLst/>
              <a:latin typeface="Menlo" panose="020B0609030804020204" pitchFamily="49" charset="0"/>
            </a:endParaRPr>
          </a:p>
          <a:p>
            <a:endParaRPr lang="en-IL" dirty="0"/>
          </a:p>
        </p:txBody>
      </p:sp>
    </p:spTree>
    <p:extLst>
      <p:ext uri="{BB962C8B-B14F-4D97-AF65-F5344CB8AC3E}">
        <p14:creationId xmlns:p14="http://schemas.microsoft.com/office/powerpoint/2010/main" val="1181481870"/>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Slide background fill">
            <a:extLst>
              <a:ext uri="{FF2B5EF4-FFF2-40B4-BE49-F238E27FC236}">
                <a16:creationId xmlns:a16="http://schemas.microsoft.com/office/drawing/2014/main" id="{1D63C574-BFD2-41A1-A567-B0C3CC7FDD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Color 2">
            <a:extLst>
              <a:ext uri="{FF2B5EF4-FFF2-40B4-BE49-F238E27FC236}">
                <a16:creationId xmlns:a16="http://schemas.microsoft.com/office/drawing/2014/main" id="{E2A46BAB-8C31-42B2-90E8-B26DD3E81D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3F7A3C7-0737-4E57-B30E-8EEFE638B40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4707053" cy="6858000"/>
            <a:chOff x="651279" y="598259"/>
            <a:chExt cx="10889442" cy="5680742"/>
          </a:xfrm>
        </p:grpSpPr>
        <p:sp>
          <p:nvSpPr>
            <p:cNvPr id="15" name="Color">
              <a:extLst>
                <a:ext uri="{FF2B5EF4-FFF2-40B4-BE49-F238E27FC236}">
                  <a16:creationId xmlns:a16="http://schemas.microsoft.com/office/drawing/2014/main" id="{3BE6D516-DFC6-4698-B3F1-5F591C1130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Color">
              <a:extLst>
                <a:ext uri="{FF2B5EF4-FFF2-40B4-BE49-F238E27FC236}">
                  <a16:creationId xmlns:a16="http://schemas.microsoft.com/office/drawing/2014/main" id="{C2580FB0-D146-458C-AF1B-8E8BBF6BBA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8" name="Group 17">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9" name="Freeform: Shape 18">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4" name="Freeform: Shape 23">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5" name="Freeform: Shape 24">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ADB26A9C-E756-82E7-4C3C-CAB1D6FB58D3}"/>
              </a:ext>
            </a:extLst>
          </p:cNvPr>
          <p:cNvSpPr>
            <a:spLocks noGrp="1"/>
          </p:cNvSpPr>
          <p:nvPr>
            <p:ph type="title"/>
          </p:nvPr>
        </p:nvSpPr>
        <p:spPr>
          <a:xfrm>
            <a:off x="786385" y="841248"/>
            <a:ext cx="3515244" cy="5340097"/>
          </a:xfrm>
        </p:spPr>
        <p:txBody>
          <a:bodyPr anchor="ctr">
            <a:normAutofit/>
          </a:bodyPr>
          <a:lstStyle/>
          <a:p>
            <a:r>
              <a:rPr lang="en-IL" sz="4800">
                <a:solidFill>
                  <a:schemeClr val="bg1"/>
                </a:solidFill>
              </a:rPr>
              <a:t>What is in the head</a:t>
            </a:r>
          </a:p>
        </p:txBody>
      </p:sp>
      <p:graphicFrame>
        <p:nvGraphicFramePr>
          <p:cNvPr id="5" name="Content Placeholder 2">
            <a:extLst>
              <a:ext uri="{FF2B5EF4-FFF2-40B4-BE49-F238E27FC236}">
                <a16:creationId xmlns:a16="http://schemas.microsoft.com/office/drawing/2014/main" id="{7A1B4036-AB10-DC1D-0676-8A82AC785BD3}"/>
              </a:ext>
            </a:extLst>
          </p:cNvPr>
          <p:cNvGraphicFramePr>
            <a:graphicFrameLocks noGrp="1"/>
          </p:cNvGraphicFramePr>
          <p:nvPr>
            <p:ph idx="1"/>
            <p:extLst>
              <p:ext uri="{D42A27DB-BD31-4B8C-83A1-F6EECF244321}">
                <p14:modId xmlns:p14="http://schemas.microsoft.com/office/powerpoint/2010/main" val="2754338418"/>
              </p:ext>
            </p:extLst>
          </p:nvPr>
        </p:nvGraphicFramePr>
        <p:xfrm>
          <a:off x="4985886" y="231006"/>
          <a:ext cx="6367913" cy="64056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3471310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22485E-B533-4199-B6EE-43A7C0ADBE8D}"/>
              </a:ext>
            </a:extLst>
          </p:cNvPr>
          <p:cNvSpPr>
            <a:spLocks noGrp="1"/>
          </p:cNvSpPr>
          <p:nvPr>
            <p:ph type="title"/>
          </p:nvPr>
        </p:nvSpPr>
        <p:spPr>
          <a:xfrm>
            <a:off x="801098" y="1396289"/>
            <a:ext cx="5277333" cy="1325563"/>
          </a:xfrm>
        </p:spPr>
        <p:txBody>
          <a:bodyPr>
            <a:normAutofit/>
          </a:bodyPr>
          <a:lstStyle/>
          <a:p>
            <a:r>
              <a:rPr lang="en-IL" dirty="0"/>
              <a:t>tables</a:t>
            </a:r>
          </a:p>
        </p:txBody>
      </p:sp>
      <p:sp>
        <p:nvSpPr>
          <p:cNvPr id="3" name="Content Placeholder 2">
            <a:extLst>
              <a:ext uri="{FF2B5EF4-FFF2-40B4-BE49-F238E27FC236}">
                <a16:creationId xmlns:a16="http://schemas.microsoft.com/office/drawing/2014/main" id="{5E1D208B-DA41-E333-0FE8-7F7D939AF99B}"/>
              </a:ext>
            </a:extLst>
          </p:cNvPr>
          <p:cNvSpPr>
            <a:spLocks noGrp="1"/>
          </p:cNvSpPr>
          <p:nvPr>
            <p:ph idx="1"/>
          </p:nvPr>
        </p:nvSpPr>
        <p:spPr>
          <a:xfrm>
            <a:off x="805543" y="2871982"/>
            <a:ext cx="5272888" cy="3181684"/>
          </a:xfrm>
        </p:spPr>
        <p:txBody>
          <a:bodyPr anchor="t">
            <a:normAutofit/>
          </a:bodyPr>
          <a:lstStyle/>
          <a:p>
            <a:r>
              <a:rPr lang="en-US" sz="1800" b="0" i="0" dirty="0">
                <a:effectLst/>
                <a:latin typeface="Söhne"/>
              </a:rPr>
              <a:t>HTML tables are used to display data in a tabular format. Tables are divided into rows (with the </a:t>
            </a:r>
            <a:r>
              <a:rPr lang="en-US" sz="1800" dirty="0"/>
              <a:t>tr</a:t>
            </a:r>
            <a:r>
              <a:rPr lang="en-US" sz="1800" b="0" i="0" dirty="0">
                <a:effectLst/>
                <a:latin typeface="Söhne"/>
              </a:rPr>
              <a:t> element), and each row is divided into cells (with the </a:t>
            </a:r>
            <a:r>
              <a:rPr lang="en-US" sz="1800" dirty="0"/>
              <a:t>td</a:t>
            </a:r>
            <a:r>
              <a:rPr lang="en-US" sz="1800" b="0" i="0" dirty="0">
                <a:effectLst/>
                <a:latin typeface="Söhne"/>
              </a:rPr>
              <a:t> element). You can also use the </a:t>
            </a:r>
            <a:r>
              <a:rPr lang="en-US" sz="1800" dirty="0" err="1"/>
              <a:t>th</a:t>
            </a:r>
            <a:r>
              <a:rPr lang="en-US" sz="1800" b="0" i="0" dirty="0">
                <a:effectLst/>
                <a:latin typeface="Söhne"/>
              </a:rPr>
              <a:t> element to define table headers.</a:t>
            </a:r>
            <a:endParaRPr lang="en-IL" sz="1800" dirty="0"/>
          </a:p>
        </p:txBody>
      </p:sp>
      <p:sp>
        <p:nvSpPr>
          <p:cNvPr id="10" name="Freeform 49">
            <a:extLst>
              <a:ext uri="{FF2B5EF4-FFF2-40B4-BE49-F238E27FC236}">
                <a16:creationId xmlns:a16="http://schemas.microsoft.com/office/drawing/2014/main" id="{EF9B8DF2-C3F5-49A2-94D2-F7B65A0F1F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713914" y="581159"/>
            <a:ext cx="5478085" cy="6276841"/>
          </a:xfrm>
          <a:custGeom>
            <a:avLst/>
            <a:gdLst>
              <a:gd name="connsiteX0" fmla="*/ 2178155 w 5478085"/>
              <a:gd name="connsiteY0" fmla="*/ 0 h 6276841"/>
              <a:gd name="connsiteX1" fmla="*/ 5478085 w 5478085"/>
              <a:gd name="connsiteY1" fmla="*/ 3299930 h 6276841"/>
              <a:gd name="connsiteX2" fmla="*/ 3751098 w 5478085"/>
              <a:gd name="connsiteY2" fmla="*/ 6201577 h 6276841"/>
              <a:gd name="connsiteX3" fmla="*/ 3594858 w 5478085"/>
              <a:gd name="connsiteY3" fmla="*/ 6276841 h 6276841"/>
              <a:gd name="connsiteX4" fmla="*/ 761453 w 5478085"/>
              <a:gd name="connsiteY4" fmla="*/ 6276841 h 6276841"/>
              <a:gd name="connsiteX5" fmla="*/ 605213 w 5478085"/>
              <a:gd name="connsiteY5" fmla="*/ 6201577 h 6276841"/>
              <a:gd name="connsiteX6" fmla="*/ 79093 w 5478085"/>
              <a:gd name="connsiteY6" fmla="*/ 5846317 h 6276841"/>
              <a:gd name="connsiteX7" fmla="*/ 0 w 5478085"/>
              <a:gd name="connsiteY7" fmla="*/ 5774432 h 6276841"/>
              <a:gd name="connsiteX8" fmla="*/ 0 w 5478085"/>
              <a:gd name="connsiteY8" fmla="*/ 825429 h 6276841"/>
              <a:gd name="connsiteX9" fmla="*/ 79093 w 5478085"/>
              <a:gd name="connsiteY9" fmla="*/ 753544 h 6276841"/>
              <a:gd name="connsiteX10" fmla="*/ 2178155 w 5478085"/>
              <a:gd name="connsiteY10" fmla="*/ 0 h 6276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78085" h="6276841">
                <a:moveTo>
                  <a:pt x="2178155" y="0"/>
                </a:moveTo>
                <a:cubicBezTo>
                  <a:pt x="4000656" y="0"/>
                  <a:pt x="5478085" y="1477429"/>
                  <a:pt x="5478085" y="3299930"/>
                </a:cubicBezTo>
                <a:cubicBezTo>
                  <a:pt x="5478085" y="4552900"/>
                  <a:pt x="4779769" y="5642769"/>
                  <a:pt x="3751098" y="6201577"/>
                </a:cubicBezTo>
                <a:lnTo>
                  <a:pt x="3594858" y="6276841"/>
                </a:lnTo>
                <a:lnTo>
                  <a:pt x="761453" y="6276841"/>
                </a:lnTo>
                <a:lnTo>
                  <a:pt x="605213" y="6201577"/>
                </a:lnTo>
                <a:cubicBezTo>
                  <a:pt x="418182" y="6099975"/>
                  <a:pt x="242071" y="5980818"/>
                  <a:pt x="79093" y="5846317"/>
                </a:cubicBezTo>
                <a:lnTo>
                  <a:pt x="0" y="5774432"/>
                </a:lnTo>
                <a:lnTo>
                  <a:pt x="0" y="825429"/>
                </a:lnTo>
                <a:lnTo>
                  <a:pt x="79093" y="753544"/>
                </a:lnTo>
                <a:cubicBezTo>
                  <a:pt x="649516" y="282789"/>
                  <a:pt x="1380811" y="0"/>
                  <a:pt x="2178155" y="0"/>
                </a:cubicBezTo>
                <a:close/>
              </a:path>
            </a:pathLst>
          </a:custGeom>
          <a:solidFill>
            <a:srgbClr val="FFFFFF">
              <a:alpha val="80000"/>
            </a:srgbClr>
          </a:solidFill>
          <a:ln w="317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Freeform: Shape 11">
            <a:extLst>
              <a:ext uri="{FF2B5EF4-FFF2-40B4-BE49-F238E27FC236}">
                <a16:creationId xmlns:a16="http://schemas.microsoft.com/office/drawing/2014/main" id="{4330B6AC-E6AB-45E4-A303-C8DE90EB2A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93318" y="760562"/>
            <a:ext cx="5298683" cy="6097438"/>
          </a:xfrm>
          <a:custGeom>
            <a:avLst/>
            <a:gdLst>
              <a:gd name="connsiteX0" fmla="*/ 3120528 w 5298683"/>
              <a:gd name="connsiteY0" fmla="*/ 0 h 6097438"/>
              <a:gd name="connsiteX1" fmla="*/ 5105473 w 5298683"/>
              <a:gd name="connsiteY1" fmla="*/ 712577 h 6097438"/>
              <a:gd name="connsiteX2" fmla="*/ 5298683 w 5298683"/>
              <a:gd name="connsiteY2" fmla="*/ 888178 h 6097438"/>
              <a:gd name="connsiteX3" fmla="*/ 5298683 w 5298683"/>
              <a:gd name="connsiteY3" fmla="*/ 5352876 h 6097438"/>
              <a:gd name="connsiteX4" fmla="*/ 5105473 w 5298683"/>
              <a:gd name="connsiteY4" fmla="*/ 5528477 h 6097438"/>
              <a:gd name="connsiteX5" fmla="*/ 4335177 w 5298683"/>
              <a:gd name="connsiteY5" fmla="*/ 5995828 h 6097438"/>
              <a:gd name="connsiteX6" fmla="*/ 4057556 w 5298683"/>
              <a:gd name="connsiteY6" fmla="*/ 6097438 h 6097438"/>
              <a:gd name="connsiteX7" fmla="*/ 2183499 w 5298683"/>
              <a:gd name="connsiteY7" fmla="*/ 6097438 h 6097438"/>
              <a:gd name="connsiteX8" fmla="*/ 1905878 w 5298683"/>
              <a:gd name="connsiteY8" fmla="*/ 5995828 h 6097438"/>
              <a:gd name="connsiteX9" fmla="*/ 0 w 5298683"/>
              <a:gd name="connsiteY9" fmla="*/ 3120527 h 6097438"/>
              <a:gd name="connsiteX10" fmla="*/ 3120528 w 5298683"/>
              <a:gd name="connsiteY10" fmla="*/ 0 h 6097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98683" h="6097438">
                <a:moveTo>
                  <a:pt x="3120528" y="0"/>
                </a:moveTo>
                <a:cubicBezTo>
                  <a:pt x="3874524" y="0"/>
                  <a:pt x="4566062" y="267415"/>
                  <a:pt x="5105473" y="712577"/>
                </a:cubicBezTo>
                <a:lnTo>
                  <a:pt x="5298683" y="888178"/>
                </a:lnTo>
                <a:lnTo>
                  <a:pt x="5298683" y="5352876"/>
                </a:lnTo>
                <a:lnTo>
                  <a:pt x="5105473" y="5528477"/>
                </a:lnTo>
                <a:cubicBezTo>
                  <a:pt x="4874296" y="5719261"/>
                  <a:pt x="4615179" y="5877397"/>
                  <a:pt x="4335177" y="5995828"/>
                </a:cubicBezTo>
                <a:lnTo>
                  <a:pt x="4057556" y="6097438"/>
                </a:lnTo>
                <a:lnTo>
                  <a:pt x="2183499" y="6097438"/>
                </a:lnTo>
                <a:lnTo>
                  <a:pt x="1905878" y="5995828"/>
                </a:lnTo>
                <a:cubicBezTo>
                  <a:pt x="785873" y="5522106"/>
                  <a:pt x="0" y="4413092"/>
                  <a:pt x="0" y="3120527"/>
                </a:cubicBezTo>
                <a:cubicBezTo>
                  <a:pt x="0" y="1397108"/>
                  <a:pt x="1397108" y="0"/>
                  <a:pt x="3120528"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Graphic 6" descr="File HTML">
            <a:extLst>
              <a:ext uri="{FF2B5EF4-FFF2-40B4-BE49-F238E27FC236}">
                <a16:creationId xmlns:a16="http://schemas.microsoft.com/office/drawing/2014/main" id="{EE8903D3-C28E-3429-4E79-A3ACA118C14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924800" y="1957050"/>
            <a:ext cx="3945463" cy="3945463"/>
          </a:xfrm>
          <a:prstGeom prst="rect">
            <a:avLst/>
          </a:prstGeom>
        </p:spPr>
      </p:pic>
    </p:spTree>
    <p:extLst>
      <p:ext uri="{BB962C8B-B14F-4D97-AF65-F5344CB8AC3E}">
        <p14:creationId xmlns:p14="http://schemas.microsoft.com/office/powerpoint/2010/main" val="4000669449"/>
      </p:ext>
    </p:extLst>
  </p:cSld>
  <p:clrMapOvr>
    <a:overrideClrMapping bg1="dk1" tx1="lt1" bg2="dk2" tx2="lt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9" name="Rectangle 48">
            <a:extLst>
              <a:ext uri="{FF2B5EF4-FFF2-40B4-BE49-F238E27FC236}">
                <a16:creationId xmlns:a16="http://schemas.microsoft.com/office/drawing/2014/main" id="{3A930249-8242-4E2B-AF17-C018264883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A5BDD999-C5E1-4B3E-A710-7686738191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0000"/>
              </a:solidFill>
            </a:endParaRPr>
          </a:p>
        </p:txBody>
      </p:sp>
      <p:pic>
        <p:nvPicPr>
          <p:cNvPr id="45" name="Picture 44">
            <a:extLst>
              <a:ext uri="{FF2B5EF4-FFF2-40B4-BE49-F238E27FC236}">
                <a16:creationId xmlns:a16="http://schemas.microsoft.com/office/drawing/2014/main" id="{85CD7F0F-674A-8CA5-F346-BD8BBD5AF9B8}"/>
              </a:ext>
            </a:extLst>
          </p:cNvPr>
          <p:cNvPicPr>
            <a:picLocks noChangeAspect="1"/>
          </p:cNvPicPr>
          <p:nvPr/>
        </p:nvPicPr>
        <p:blipFill rotWithShape="1">
          <a:blip r:embed="rId2">
            <a:alphaModFix amt="80000"/>
          </a:blip>
          <a:srcRect l="9232" r="31404" b="-1"/>
          <a:stretch/>
        </p:blipFill>
        <p:spPr>
          <a:xfrm>
            <a:off x="-4084" y="10"/>
            <a:ext cx="6099050" cy="6857990"/>
          </a:xfrm>
          <a:prstGeom prst="rect">
            <a:avLst/>
          </a:prstGeom>
        </p:spPr>
      </p:pic>
      <p:sp>
        <p:nvSpPr>
          <p:cNvPr id="6" name="Title 5">
            <a:extLst>
              <a:ext uri="{FF2B5EF4-FFF2-40B4-BE49-F238E27FC236}">
                <a16:creationId xmlns:a16="http://schemas.microsoft.com/office/drawing/2014/main" id="{8162BCA2-2F08-94F0-383F-342D968F2F1E}"/>
              </a:ext>
            </a:extLst>
          </p:cNvPr>
          <p:cNvSpPr>
            <a:spLocks noGrp="1"/>
          </p:cNvSpPr>
          <p:nvPr>
            <p:ph type="ctrTitle"/>
          </p:nvPr>
        </p:nvSpPr>
        <p:spPr>
          <a:xfrm>
            <a:off x="1198181" y="1122363"/>
            <a:ext cx="9795637" cy="2215884"/>
          </a:xfrm>
        </p:spPr>
        <p:txBody>
          <a:bodyPr vert="horz" lIns="91440" tIns="45720" rIns="91440" bIns="45720" rtlCol="0" anchor="b">
            <a:normAutofit/>
          </a:bodyPr>
          <a:lstStyle/>
          <a:p>
            <a:r>
              <a:rPr lang="en-US" sz="5200" kern="1200">
                <a:solidFill>
                  <a:srgbClr val="000000"/>
                </a:solidFill>
                <a:latin typeface="+mj-lt"/>
                <a:ea typeface="+mj-ea"/>
                <a:cs typeface="+mj-cs"/>
              </a:rPr>
              <a:t>Background</a:t>
            </a:r>
          </a:p>
        </p:txBody>
      </p:sp>
      <p:sp>
        <p:nvSpPr>
          <p:cNvPr id="12" name="TextBox 11">
            <a:extLst>
              <a:ext uri="{FF2B5EF4-FFF2-40B4-BE49-F238E27FC236}">
                <a16:creationId xmlns:a16="http://schemas.microsoft.com/office/drawing/2014/main" id="{AEE3831C-A53F-BB66-5033-2F537FA8E50B}"/>
              </a:ext>
            </a:extLst>
          </p:cNvPr>
          <p:cNvSpPr txBox="1"/>
          <p:nvPr/>
        </p:nvSpPr>
        <p:spPr>
          <a:xfrm>
            <a:off x="1198181" y="3509963"/>
            <a:ext cx="9795637" cy="1747837"/>
          </a:xfrm>
          <a:prstGeom prst="rect">
            <a:avLst/>
          </a:prstGeom>
        </p:spPr>
        <p:txBody>
          <a:bodyPr vert="horz" lIns="91440" tIns="45720" rIns="91440" bIns="45720" rtlCol="0">
            <a:normAutofit/>
          </a:bodyPr>
          <a:lstStyle/>
          <a:p>
            <a:pPr algn="ctr">
              <a:lnSpc>
                <a:spcPct val="90000"/>
              </a:lnSpc>
              <a:spcBef>
                <a:spcPts val="1000"/>
              </a:spcBef>
              <a:spcAft>
                <a:spcPts val="600"/>
              </a:spcAft>
            </a:pPr>
            <a:r>
              <a:rPr lang="en-US" sz="2400" b="1" i="0" kern="1200">
                <a:solidFill>
                  <a:srgbClr val="000000"/>
                </a:solidFill>
                <a:effectLst/>
                <a:latin typeface="+mn-lt"/>
                <a:ea typeface="+mn-ea"/>
                <a:cs typeface="+mn-cs"/>
              </a:rPr>
              <a:t>background-color – you set a color with rgba or hex</a:t>
            </a:r>
            <a:endParaRPr lang="en-US" sz="2400" kern="1200">
              <a:solidFill>
                <a:srgbClr val="000000"/>
              </a:solidFill>
              <a:latin typeface="+mn-lt"/>
              <a:ea typeface="+mn-ea"/>
              <a:cs typeface="+mn-cs"/>
            </a:endParaRPr>
          </a:p>
        </p:txBody>
      </p:sp>
      <p:sp>
        <p:nvSpPr>
          <p:cNvPr id="13" name="TextBox 12">
            <a:extLst>
              <a:ext uri="{FF2B5EF4-FFF2-40B4-BE49-F238E27FC236}">
                <a16:creationId xmlns:a16="http://schemas.microsoft.com/office/drawing/2014/main" id="{3A8EEADA-1DA0-A299-6E4B-FDF8523A8EA5}"/>
              </a:ext>
            </a:extLst>
          </p:cNvPr>
          <p:cNvSpPr txBox="1"/>
          <p:nvPr/>
        </p:nvSpPr>
        <p:spPr>
          <a:xfrm>
            <a:off x="800766" y="4027055"/>
            <a:ext cx="10587417" cy="1559480"/>
          </a:xfrm>
          <a:prstGeom prst="rect">
            <a:avLst/>
          </a:prstGeom>
        </p:spPr>
        <p:txBody>
          <a:bodyPr vert="horz" lIns="91440" tIns="45720" rIns="91440" bIns="45720" rtlCol="0" anchor="ctr">
            <a:normAutofit/>
          </a:bodyPr>
          <a:lstStyle/>
          <a:p>
            <a:pPr algn="ctr">
              <a:lnSpc>
                <a:spcPct val="90000"/>
              </a:lnSpc>
              <a:spcBef>
                <a:spcPts val="1000"/>
              </a:spcBef>
            </a:pPr>
            <a:r>
              <a:rPr lang="en-US" sz="3200" b="1" i="1" dirty="0"/>
              <a:t>background-image</a:t>
            </a:r>
            <a:r>
              <a:rPr lang="en-US" sz="3200" b="1" i="1" dirty="0">
                <a:effectLst/>
              </a:rPr>
              <a:t>: Sets a background image for an element. Accepts a URL value that points to an image file, such as </a:t>
            </a:r>
            <a:r>
              <a:rPr lang="en-US" sz="3200" b="1" i="1" dirty="0" err="1"/>
              <a:t>url</a:t>
            </a:r>
            <a:r>
              <a:rPr lang="en-US" sz="3200" b="1" i="1" dirty="0"/>
              <a:t>("</a:t>
            </a:r>
            <a:r>
              <a:rPr lang="en-US" sz="3200" b="1" i="1" dirty="0" err="1"/>
              <a:t>myimage.jpg</a:t>
            </a:r>
            <a:r>
              <a:rPr lang="en-US" sz="3200" b="1" i="1" dirty="0"/>
              <a:t>")</a:t>
            </a:r>
            <a:r>
              <a:rPr lang="en-US" sz="3200" b="1" i="1" dirty="0">
                <a:effectLst/>
              </a:rPr>
              <a:t>.</a:t>
            </a:r>
            <a:endParaRPr lang="en-US" sz="3200" b="1" i="1" dirty="0"/>
          </a:p>
        </p:txBody>
      </p:sp>
    </p:spTree>
    <p:extLst>
      <p:ext uri="{BB962C8B-B14F-4D97-AF65-F5344CB8AC3E}">
        <p14:creationId xmlns:p14="http://schemas.microsoft.com/office/powerpoint/2010/main" val="15692680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8" name="Freeform: Shape 17">
            <a:extLst>
              <a:ext uri="{FF2B5EF4-FFF2-40B4-BE49-F238E27FC236}">
                <a16:creationId xmlns:a16="http://schemas.microsoft.com/office/drawing/2014/main" id="{CF62D2A7-8207-488C-9F46-316BA81A16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582780" y="-2008"/>
            <a:ext cx="5609220" cy="5840278"/>
          </a:xfrm>
          <a:custGeom>
            <a:avLst/>
            <a:gdLst>
              <a:gd name="connsiteX0" fmla="*/ 0 w 5609220"/>
              <a:gd name="connsiteY0" fmla="*/ 0 h 5840278"/>
              <a:gd name="connsiteX1" fmla="*/ 4637091 w 5609220"/>
              <a:gd name="connsiteY1" fmla="*/ 0 h 5840278"/>
              <a:gd name="connsiteX2" fmla="*/ 4822569 w 5609220"/>
              <a:gd name="connsiteY2" fmla="*/ 204077 h 5840278"/>
              <a:gd name="connsiteX3" fmla="*/ 5609220 w 5609220"/>
              <a:gd name="connsiteY3" fmla="*/ 2395363 h 5840278"/>
              <a:gd name="connsiteX4" fmla="*/ 2164305 w 5609220"/>
              <a:gd name="connsiteY4" fmla="*/ 5840278 h 5840278"/>
              <a:gd name="connsiteX5" fmla="*/ 238220 w 5609220"/>
              <a:gd name="connsiteY5" fmla="*/ 5251941 h 5840278"/>
              <a:gd name="connsiteX6" fmla="*/ 0 w 5609220"/>
              <a:gd name="connsiteY6" fmla="*/ 5073803 h 5840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09220" h="5840278">
                <a:moveTo>
                  <a:pt x="0" y="0"/>
                </a:moveTo>
                <a:lnTo>
                  <a:pt x="4637091" y="0"/>
                </a:lnTo>
                <a:lnTo>
                  <a:pt x="4822569" y="204077"/>
                </a:lnTo>
                <a:cubicBezTo>
                  <a:pt x="5314007" y="799562"/>
                  <a:pt x="5609220" y="1562987"/>
                  <a:pt x="5609220" y="2395363"/>
                </a:cubicBezTo>
                <a:cubicBezTo>
                  <a:pt x="5609220" y="4297937"/>
                  <a:pt x="4066879" y="5840278"/>
                  <a:pt x="2164305" y="5840278"/>
                </a:cubicBezTo>
                <a:cubicBezTo>
                  <a:pt x="1450840" y="5840278"/>
                  <a:pt x="788032" y="5623387"/>
                  <a:pt x="238220" y="5251941"/>
                </a:cubicBezTo>
                <a:lnTo>
                  <a:pt x="0" y="5073803"/>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4" name="Picture 13">
            <a:extLst>
              <a:ext uri="{FF2B5EF4-FFF2-40B4-BE49-F238E27FC236}">
                <a16:creationId xmlns:a16="http://schemas.microsoft.com/office/drawing/2014/main" id="{99C4C2FF-4DBA-0DB6-D748-0C8277BD9A92}"/>
              </a:ext>
            </a:extLst>
          </p:cNvPr>
          <p:cNvPicPr>
            <a:picLocks noChangeAspect="1"/>
          </p:cNvPicPr>
          <p:nvPr/>
        </p:nvPicPr>
        <p:blipFill rotWithShape="1">
          <a:blip r:embed="rId2"/>
          <a:srcRect l="29320" r="1876" b="2"/>
          <a:stretch/>
        </p:blipFill>
        <p:spPr>
          <a:xfrm>
            <a:off x="6750141" y="-2"/>
            <a:ext cx="5441859" cy="5654940"/>
          </a:xfrm>
          <a:custGeom>
            <a:avLst/>
            <a:gdLst/>
            <a:ahLst/>
            <a:cxnLst/>
            <a:rect l="l" t="t" r="r" b="b"/>
            <a:pathLst>
              <a:path w="5441859" h="5654940">
                <a:moveTo>
                  <a:pt x="1041368" y="0"/>
                </a:moveTo>
                <a:lnTo>
                  <a:pt x="5441859" y="0"/>
                </a:lnTo>
                <a:lnTo>
                  <a:pt x="5441859" y="4820612"/>
                </a:lnTo>
                <a:lnTo>
                  <a:pt x="5285166" y="4957981"/>
                </a:lnTo>
                <a:cubicBezTo>
                  <a:pt x="4729628" y="5394557"/>
                  <a:pt x="4029081" y="5654940"/>
                  <a:pt x="3267719" y="5654940"/>
                </a:cubicBezTo>
                <a:cubicBezTo>
                  <a:pt x="1463008" y="5654940"/>
                  <a:pt x="0" y="4191932"/>
                  <a:pt x="0" y="2387221"/>
                </a:cubicBezTo>
                <a:cubicBezTo>
                  <a:pt x="0" y="1484866"/>
                  <a:pt x="365752" y="667936"/>
                  <a:pt x="957093" y="76595"/>
                </a:cubicBezTo>
                <a:close/>
              </a:path>
            </a:pathLst>
          </a:custGeom>
        </p:spPr>
      </p:pic>
      <p:graphicFrame>
        <p:nvGraphicFramePr>
          <p:cNvPr id="12" name="TextBox 13">
            <a:extLst>
              <a:ext uri="{FF2B5EF4-FFF2-40B4-BE49-F238E27FC236}">
                <a16:creationId xmlns:a16="http://schemas.microsoft.com/office/drawing/2014/main" id="{359353DA-B2AA-DC6E-DA25-D67D732ECF30}"/>
              </a:ext>
            </a:extLst>
          </p:cNvPr>
          <p:cNvGraphicFramePr/>
          <p:nvPr>
            <p:extLst>
              <p:ext uri="{D42A27DB-BD31-4B8C-83A1-F6EECF244321}">
                <p14:modId xmlns:p14="http://schemas.microsoft.com/office/powerpoint/2010/main" val="2979911512"/>
              </p:ext>
            </p:extLst>
          </p:nvPr>
        </p:nvGraphicFramePr>
        <p:xfrm>
          <a:off x="762000" y="2279018"/>
          <a:ext cx="5314543" cy="33759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43008937"/>
      </p:ext>
    </p:extLst>
  </p:cSld>
  <p:clrMapOvr>
    <a:overrideClrMapping bg1="dk1" tx1="lt1" bg2="dk2" tx2="lt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3" name="Rectangle 8">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51D36AC9-26B6-3124-4C60-8E014157DFC3}"/>
              </a:ext>
            </a:extLst>
          </p:cNvPr>
          <p:cNvPicPr>
            <a:picLocks noChangeAspect="1"/>
          </p:cNvPicPr>
          <p:nvPr/>
        </p:nvPicPr>
        <p:blipFill rotWithShape="1">
          <a:blip r:embed="rId2">
            <a:alphaModFix amt="50000"/>
          </a:blip>
          <a:srcRect/>
          <a:stretch/>
        </p:blipFill>
        <p:spPr>
          <a:xfrm>
            <a:off x="20" y="1"/>
            <a:ext cx="12191980" cy="6857999"/>
          </a:xfrm>
          <a:prstGeom prst="rect">
            <a:avLst/>
          </a:prstGeom>
        </p:spPr>
      </p:pic>
      <p:sp>
        <p:nvSpPr>
          <p:cNvPr id="2" name="Title 1">
            <a:extLst>
              <a:ext uri="{FF2B5EF4-FFF2-40B4-BE49-F238E27FC236}">
                <a16:creationId xmlns:a16="http://schemas.microsoft.com/office/drawing/2014/main" id="{AE7CF4E7-74C5-6059-7687-80C9FC405629}"/>
              </a:ext>
            </a:extLst>
          </p:cNvPr>
          <p:cNvSpPr>
            <a:spLocks noGrp="1"/>
          </p:cNvSpPr>
          <p:nvPr>
            <p:ph type="ctrTitle"/>
          </p:nvPr>
        </p:nvSpPr>
        <p:spPr>
          <a:xfrm>
            <a:off x="1524000" y="1122362"/>
            <a:ext cx="9144000" cy="2900518"/>
          </a:xfrm>
        </p:spPr>
        <p:txBody>
          <a:bodyPr>
            <a:normAutofit/>
          </a:bodyPr>
          <a:lstStyle/>
          <a:p>
            <a:r>
              <a:rPr lang="en-US" b="1">
                <a:solidFill>
                  <a:srgbClr val="FFFFFF"/>
                </a:solidFill>
              </a:rPr>
              <a:t>background-image</a:t>
            </a:r>
            <a:endParaRPr lang="en-IL">
              <a:solidFill>
                <a:srgbClr val="FFFFFF"/>
              </a:solidFill>
            </a:endParaRPr>
          </a:p>
        </p:txBody>
      </p:sp>
      <p:sp>
        <p:nvSpPr>
          <p:cNvPr id="3" name="Subtitle 2">
            <a:extLst>
              <a:ext uri="{FF2B5EF4-FFF2-40B4-BE49-F238E27FC236}">
                <a16:creationId xmlns:a16="http://schemas.microsoft.com/office/drawing/2014/main" id="{EEE5470A-048F-8DB5-DD84-BC9D6C1A87E5}"/>
              </a:ext>
            </a:extLst>
          </p:cNvPr>
          <p:cNvSpPr>
            <a:spLocks noGrp="1"/>
          </p:cNvSpPr>
          <p:nvPr>
            <p:ph type="subTitle" idx="1"/>
          </p:nvPr>
        </p:nvSpPr>
        <p:spPr>
          <a:xfrm>
            <a:off x="1524000" y="4159404"/>
            <a:ext cx="9144000" cy="1098395"/>
          </a:xfrm>
        </p:spPr>
        <p:txBody>
          <a:bodyPr>
            <a:normAutofit/>
          </a:bodyPr>
          <a:lstStyle/>
          <a:p>
            <a:r>
              <a:rPr lang="en-US" b="0" i="0">
                <a:solidFill>
                  <a:srgbClr val="FFFFFF"/>
                </a:solidFill>
                <a:effectLst/>
                <a:latin typeface="Söhne"/>
              </a:rPr>
              <a:t>Sets a background image for an element. Accepts a URL value that points to an image file, such as </a:t>
            </a:r>
            <a:r>
              <a:rPr lang="en-US">
                <a:solidFill>
                  <a:srgbClr val="FFFFFF"/>
                </a:solidFill>
              </a:rPr>
              <a:t>url("myimage.jpg")</a:t>
            </a:r>
            <a:r>
              <a:rPr lang="en-US" b="0" i="0">
                <a:solidFill>
                  <a:srgbClr val="FFFFFF"/>
                </a:solidFill>
                <a:effectLst/>
                <a:latin typeface="Söhne"/>
              </a:rPr>
              <a:t>.</a:t>
            </a:r>
            <a:endParaRPr lang="en-IL">
              <a:solidFill>
                <a:srgbClr val="FFFFFF"/>
              </a:solidFill>
            </a:endParaRPr>
          </a:p>
        </p:txBody>
      </p:sp>
    </p:spTree>
    <p:extLst>
      <p:ext uri="{BB962C8B-B14F-4D97-AF65-F5344CB8AC3E}">
        <p14:creationId xmlns:p14="http://schemas.microsoft.com/office/powerpoint/2010/main" val="911884026"/>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9"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AE7CF4E7-74C5-6059-7687-80C9FC405629}"/>
              </a:ext>
            </a:extLst>
          </p:cNvPr>
          <p:cNvSpPr>
            <a:spLocks noGrp="1"/>
          </p:cNvSpPr>
          <p:nvPr>
            <p:ph type="ctrTitle"/>
          </p:nvPr>
        </p:nvSpPr>
        <p:spPr>
          <a:xfrm>
            <a:off x="640080" y="1243013"/>
            <a:ext cx="3855720" cy="4371974"/>
          </a:xfrm>
        </p:spPr>
        <p:txBody>
          <a:bodyPr vert="horz" lIns="91440" tIns="45720" rIns="91440" bIns="45720" rtlCol="0" anchor="ctr">
            <a:normAutofit/>
          </a:bodyPr>
          <a:lstStyle/>
          <a:p>
            <a:pPr algn="l"/>
            <a:r>
              <a:rPr lang="en-US" sz="3600" b="1" kern="1200">
                <a:solidFill>
                  <a:schemeClr val="tx2"/>
                </a:solidFill>
                <a:latin typeface="+mj-lt"/>
                <a:ea typeface="+mj-ea"/>
                <a:cs typeface="+mj-cs"/>
              </a:rPr>
              <a:t>background-attachment</a:t>
            </a:r>
            <a:endParaRPr lang="en-US" sz="3600" kern="1200">
              <a:solidFill>
                <a:schemeClr val="tx2"/>
              </a:solidFill>
              <a:latin typeface="+mj-lt"/>
              <a:ea typeface="+mj-ea"/>
              <a:cs typeface="+mj-cs"/>
            </a:endParaRPr>
          </a:p>
        </p:txBody>
      </p:sp>
      <p:sp>
        <p:nvSpPr>
          <p:cNvPr id="3" name="Subtitle 2">
            <a:extLst>
              <a:ext uri="{FF2B5EF4-FFF2-40B4-BE49-F238E27FC236}">
                <a16:creationId xmlns:a16="http://schemas.microsoft.com/office/drawing/2014/main" id="{EEE5470A-048F-8DB5-DD84-BC9D6C1A87E5}"/>
              </a:ext>
            </a:extLst>
          </p:cNvPr>
          <p:cNvSpPr>
            <a:spLocks noGrp="1"/>
          </p:cNvSpPr>
          <p:nvPr>
            <p:ph type="subTitle" idx="1"/>
          </p:nvPr>
        </p:nvSpPr>
        <p:spPr>
          <a:xfrm>
            <a:off x="6172200" y="804672"/>
            <a:ext cx="5221224" cy="5230368"/>
          </a:xfrm>
        </p:spPr>
        <p:txBody>
          <a:bodyPr vert="horz" lIns="91440" tIns="45720" rIns="91440" bIns="45720" rtlCol="0" anchor="ctr">
            <a:normAutofit/>
          </a:bodyPr>
          <a:lstStyle/>
          <a:p>
            <a:pPr indent="-228600" algn="l">
              <a:buFont typeface="Arial" panose="020B0604020202020204" pitchFamily="34" charset="0"/>
              <a:buChar char="•"/>
            </a:pPr>
            <a:r>
              <a:rPr lang="en-US" sz="1800" b="0" i="0">
                <a:solidFill>
                  <a:schemeClr val="tx2"/>
                </a:solidFill>
                <a:effectLst/>
              </a:rPr>
              <a:t>Controls how the background image scrolls with the page. Accepts the following values:</a:t>
            </a:r>
          </a:p>
          <a:p>
            <a:pPr indent="-228600" algn="l">
              <a:buFont typeface="Arial" panose="020B0604020202020204" pitchFamily="34" charset="0"/>
              <a:buChar char="•"/>
            </a:pPr>
            <a:r>
              <a:rPr lang="en-US" sz="1800" b="0" i="0">
                <a:solidFill>
                  <a:schemeClr val="tx2"/>
                </a:solidFill>
                <a:effectLst/>
              </a:rPr>
              <a:t>scroll: The image scrolls with the page. This is the default value.</a:t>
            </a:r>
          </a:p>
          <a:p>
            <a:pPr indent="-228600" algn="l">
              <a:buFont typeface="Arial" panose="020B0604020202020204" pitchFamily="34" charset="0"/>
              <a:buChar char="•"/>
            </a:pPr>
            <a:r>
              <a:rPr lang="en-US" sz="1800" b="0" i="0">
                <a:solidFill>
                  <a:schemeClr val="tx2"/>
                </a:solidFill>
                <a:effectLst/>
              </a:rPr>
              <a:t>fixed: The image is fixed in place and does not scroll with the page.</a:t>
            </a:r>
          </a:p>
          <a:p>
            <a:pPr indent="-228600" algn="l">
              <a:buFont typeface="Arial" panose="020B0604020202020204" pitchFamily="34" charset="0"/>
              <a:buChar char="•"/>
            </a:pPr>
            <a:endParaRPr lang="en-US" sz="1800">
              <a:solidFill>
                <a:schemeClr val="tx2"/>
              </a:solidFill>
            </a:endParaRPr>
          </a:p>
        </p:txBody>
      </p:sp>
    </p:spTree>
    <p:extLst>
      <p:ext uri="{BB962C8B-B14F-4D97-AF65-F5344CB8AC3E}">
        <p14:creationId xmlns:p14="http://schemas.microsoft.com/office/powerpoint/2010/main" val="3045045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605494DE-B078-4D87-BB01-C84320618D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9A0576B0-CD8C-4661-95C8-A9F2CE7CDD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67712" y="-3324"/>
            <a:ext cx="4724288" cy="6861324"/>
          </a:xfrm>
          <a:prstGeom prst="rect">
            <a:avLst/>
          </a:prstGeom>
          <a:solidFill>
            <a:srgbClr val="000000">
              <a:alpha val="8039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3FF60E2B-3919-423C-B1FF-56CDE66811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67712" y="0"/>
            <a:ext cx="4319042" cy="6858000"/>
          </a:xfrm>
          <a:custGeom>
            <a:avLst/>
            <a:gdLst>
              <a:gd name="connsiteX0" fmla="*/ 0 w 4319042"/>
              <a:gd name="connsiteY0" fmla="*/ 0 h 6858000"/>
              <a:gd name="connsiteX1" fmla="*/ 1142888 w 4319042"/>
              <a:gd name="connsiteY1" fmla="*/ 0 h 6858000"/>
              <a:gd name="connsiteX2" fmla="*/ 4319042 w 4319042"/>
              <a:gd name="connsiteY2" fmla="*/ 6858000 h 6858000"/>
              <a:gd name="connsiteX3" fmla="*/ 0 w 431904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319042" h="6858000">
                <a:moveTo>
                  <a:pt x="0" y="0"/>
                </a:moveTo>
                <a:lnTo>
                  <a:pt x="1142888" y="0"/>
                </a:lnTo>
                <a:lnTo>
                  <a:pt x="4319042" y="6858000"/>
                </a:lnTo>
                <a:lnTo>
                  <a:pt x="0" y="6858000"/>
                </a:lnTo>
                <a:close/>
              </a:path>
            </a:pathLst>
          </a:custGeom>
          <a:solidFill>
            <a:srgbClr val="000000">
              <a:alpha val="3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extBox 3">
            <a:extLst>
              <a:ext uri="{FF2B5EF4-FFF2-40B4-BE49-F238E27FC236}">
                <a16:creationId xmlns:a16="http://schemas.microsoft.com/office/drawing/2014/main" id="{55A6E2CB-8833-17B5-0350-292D60546212}"/>
              </a:ext>
            </a:extLst>
          </p:cNvPr>
          <p:cNvSpPr txBox="1"/>
          <p:nvPr/>
        </p:nvSpPr>
        <p:spPr>
          <a:xfrm>
            <a:off x="642938" y="4779963"/>
            <a:ext cx="6273800" cy="1435100"/>
          </a:xfrm>
          <a:prstGeom prst="rect">
            <a:avLst/>
          </a:prstGeom>
          <a:noFill/>
        </p:spPr>
        <p:txBody>
          <a:bodyPr wrap="square" rtlCol="0" anchor="t">
            <a:normAutofit/>
          </a:bodyPr>
          <a:lstStyle/>
          <a:p>
            <a:pPr>
              <a:lnSpc>
                <a:spcPct val="90000"/>
              </a:lnSpc>
              <a:spcAft>
                <a:spcPts val="600"/>
              </a:spcAft>
            </a:pPr>
            <a:r>
              <a:rPr lang="en-US" sz="2800" b="0" i="0">
                <a:effectLst/>
                <a:latin typeface="Söhne Mono"/>
              </a:rPr>
              <a:t>border-width: 1px;</a:t>
            </a:r>
          </a:p>
          <a:p>
            <a:pPr>
              <a:lnSpc>
                <a:spcPct val="90000"/>
              </a:lnSpc>
              <a:spcAft>
                <a:spcPts val="600"/>
              </a:spcAft>
            </a:pPr>
            <a:r>
              <a:rPr lang="en-US" sz="2800" b="0" i="0">
                <a:effectLst/>
                <a:latin typeface="Söhne Mono"/>
              </a:rPr>
              <a:t>border-style: solid;</a:t>
            </a:r>
          </a:p>
          <a:p>
            <a:pPr>
              <a:lnSpc>
                <a:spcPct val="90000"/>
              </a:lnSpc>
              <a:spcAft>
                <a:spcPts val="600"/>
              </a:spcAft>
            </a:pPr>
            <a:r>
              <a:rPr lang="en-US" sz="2800" b="0" i="0">
                <a:effectLst/>
                <a:latin typeface="Söhne Mono"/>
              </a:rPr>
              <a:t>border-color: #000000</a:t>
            </a:r>
            <a:r>
              <a:rPr lang="en-US" sz="2800" b="0" i="0">
                <a:solidFill>
                  <a:srgbClr val="FFFFFF"/>
                </a:solidFill>
                <a:effectLst/>
                <a:latin typeface="Söhne Mono"/>
              </a:rPr>
              <a:t>;</a:t>
            </a:r>
            <a:endParaRPr lang="en-IL" sz="2800"/>
          </a:p>
        </p:txBody>
      </p:sp>
      <p:sp>
        <p:nvSpPr>
          <p:cNvPr id="6" name="TextBox 5">
            <a:extLst>
              <a:ext uri="{FF2B5EF4-FFF2-40B4-BE49-F238E27FC236}">
                <a16:creationId xmlns:a16="http://schemas.microsoft.com/office/drawing/2014/main" id="{9EB4CBA4-FE69-BB5A-4C94-3F005A63D8E7}"/>
              </a:ext>
            </a:extLst>
          </p:cNvPr>
          <p:cNvSpPr txBox="1"/>
          <p:nvPr/>
        </p:nvSpPr>
        <p:spPr>
          <a:xfrm>
            <a:off x="642938" y="642938"/>
            <a:ext cx="6273800" cy="4068763"/>
          </a:xfrm>
          <a:prstGeom prst="rect">
            <a:avLst/>
          </a:prstGeom>
          <a:noFill/>
        </p:spPr>
        <p:txBody>
          <a:bodyPr wrap="square" rtlCol="0" anchor="t">
            <a:normAutofit/>
          </a:bodyPr>
          <a:lstStyle/>
          <a:p>
            <a:pPr>
              <a:spcAft>
                <a:spcPts val="600"/>
              </a:spcAft>
            </a:pPr>
            <a:r>
              <a:rPr lang="en-US" sz="2800"/>
              <a:t>Y</a:t>
            </a:r>
            <a:r>
              <a:rPr lang="en-IL" sz="2800"/>
              <a:t>ou can also set top bottom right left</a:t>
            </a:r>
          </a:p>
          <a:p>
            <a:pPr>
              <a:spcAft>
                <a:spcPts val="600"/>
              </a:spcAft>
            </a:pPr>
            <a:r>
              <a:rPr lang="en-US" sz="2800" b="0" i="0">
                <a:effectLst/>
                <a:latin typeface="Söhne Mono"/>
              </a:rPr>
              <a:t>border-top: 1px</a:t>
            </a:r>
            <a:r>
              <a:rPr lang="he-IL" sz="2800">
                <a:latin typeface="Söhne Mono"/>
              </a:rPr>
              <a:t> </a:t>
            </a:r>
            <a:r>
              <a:rPr lang="en-US" sz="2800" b="0" i="0">
                <a:effectLst/>
                <a:latin typeface="Söhne Mono"/>
              </a:rPr>
              <a:t>solid #000000</a:t>
            </a:r>
            <a:endParaRPr lang="he-IL" sz="2800">
              <a:latin typeface="Söhne Mono"/>
            </a:endParaRPr>
          </a:p>
          <a:p>
            <a:pPr>
              <a:spcAft>
                <a:spcPts val="600"/>
              </a:spcAft>
            </a:pPr>
            <a:r>
              <a:rPr lang="en-US" sz="2800" b="0" i="0">
                <a:effectLst/>
                <a:latin typeface="Söhne Mono"/>
              </a:rPr>
              <a:t>border-right: 2px dotted #777777 </a:t>
            </a:r>
            <a:endParaRPr lang="he-IL" sz="2800" b="0" i="0">
              <a:effectLst/>
              <a:latin typeface="Söhne Mono"/>
            </a:endParaRPr>
          </a:p>
          <a:p>
            <a:pPr>
              <a:spcAft>
                <a:spcPts val="600"/>
              </a:spcAft>
            </a:pPr>
            <a:r>
              <a:rPr lang="en-US" sz="2800" b="0" i="0">
                <a:effectLst/>
                <a:latin typeface="Söhne Mono"/>
              </a:rPr>
              <a:t>border-bottom: 3px dashed #ff0000; </a:t>
            </a:r>
            <a:endParaRPr lang="he-IL" sz="2800" b="0" i="0">
              <a:effectLst/>
              <a:latin typeface="Söhne Mono"/>
            </a:endParaRPr>
          </a:p>
          <a:p>
            <a:pPr>
              <a:spcAft>
                <a:spcPts val="600"/>
              </a:spcAft>
            </a:pPr>
            <a:r>
              <a:rPr lang="en-US" sz="2800" b="0" i="0">
                <a:effectLst/>
                <a:latin typeface="Söhne Mono"/>
              </a:rPr>
              <a:t>border-left: 4px double #00ff00;</a:t>
            </a:r>
            <a:endParaRPr lang="en-IL" sz="2800"/>
          </a:p>
        </p:txBody>
      </p:sp>
      <p:sp>
        <p:nvSpPr>
          <p:cNvPr id="2" name="Title 1">
            <a:extLst>
              <a:ext uri="{FF2B5EF4-FFF2-40B4-BE49-F238E27FC236}">
                <a16:creationId xmlns:a16="http://schemas.microsoft.com/office/drawing/2014/main" id="{AE7CF4E7-74C5-6059-7687-80C9FC405629}"/>
              </a:ext>
            </a:extLst>
          </p:cNvPr>
          <p:cNvSpPr>
            <a:spLocks noGrp="1"/>
          </p:cNvSpPr>
          <p:nvPr>
            <p:ph type="ctrTitle"/>
          </p:nvPr>
        </p:nvSpPr>
        <p:spPr>
          <a:xfrm>
            <a:off x="8222550" y="1122363"/>
            <a:ext cx="3308130" cy="2387600"/>
          </a:xfrm>
        </p:spPr>
        <p:txBody>
          <a:bodyPr>
            <a:normAutofit/>
          </a:bodyPr>
          <a:lstStyle/>
          <a:p>
            <a:pPr algn="l"/>
            <a:r>
              <a:rPr lang="en-US" sz="2600">
                <a:solidFill>
                  <a:srgbClr val="FFFFFF"/>
                </a:solidFill>
              </a:rPr>
              <a:t>The border property is a shorthand property for setting the width, style, and color of an element's border.</a:t>
            </a:r>
            <a:endParaRPr lang="en-IL" sz="2600">
              <a:solidFill>
                <a:srgbClr val="FFFFFF"/>
              </a:solidFill>
            </a:endParaRPr>
          </a:p>
        </p:txBody>
      </p:sp>
      <p:sp>
        <p:nvSpPr>
          <p:cNvPr id="3" name="Subtitle 2">
            <a:extLst>
              <a:ext uri="{FF2B5EF4-FFF2-40B4-BE49-F238E27FC236}">
                <a16:creationId xmlns:a16="http://schemas.microsoft.com/office/drawing/2014/main" id="{EEE5470A-048F-8DB5-DD84-BC9D6C1A87E5}"/>
              </a:ext>
            </a:extLst>
          </p:cNvPr>
          <p:cNvSpPr>
            <a:spLocks noGrp="1"/>
          </p:cNvSpPr>
          <p:nvPr>
            <p:ph type="subTitle" idx="1"/>
          </p:nvPr>
        </p:nvSpPr>
        <p:spPr>
          <a:xfrm>
            <a:off x="8222549" y="3602038"/>
            <a:ext cx="3308131" cy="1655762"/>
          </a:xfrm>
        </p:spPr>
        <p:txBody>
          <a:bodyPr>
            <a:normAutofit/>
          </a:bodyPr>
          <a:lstStyle/>
          <a:p>
            <a:pPr algn="l"/>
            <a:r>
              <a:rPr lang="en-US">
                <a:solidFill>
                  <a:srgbClr val="FFFFFF"/>
                </a:solidFill>
              </a:rPr>
              <a:t>border: 1px solid #000000;</a:t>
            </a:r>
          </a:p>
          <a:p>
            <a:pPr algn="l"/>
            <a:endParaRPr lang="en-IL">
              <a:solidFill>
                <a:srgbClr val="FFFFFF"/>
              </a:solidFill>
            </a:endParaRPr>
          </a:p>
        </p:txBody>
      </p:sp>
    </p:spTree>
    <p:extLst>
      <p:ext uri="{BB962C8B-B14F-4D97-AF65-F5344CB8AC3E}">
        <p14:creationId xmlns:p14="http://schemas.microsoft.com/office/powerpoint/2010/main" val="383400227"/>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C4F104-CEB2-D025-01EE-7FA376171E49}"/>
              </a:ext>
            </a:extLst>
          </p:cNvPr>
          <p:cNvSpPr>
            <a:spLocks noGrp="1"/>
          </p:cNvSpPr>
          <p:nvPr>
            <p:ph type="title"/>
          </p:nvPr>
        </p:nvSpPr>
        <p:spPr/>
        <p:txBody>
          <a:bodyPr/>
          <a:lstStyle/>
          <a:p>
            <a:r>
              <a:rPr lang="en-IL" dirty="0"/>
              <a:t>Icons</a:t>
            </a:r>
          </a:p>
        </p:txBody>
      </p:sp>
      <p:sp>
        <p:nvSpPr>
          <p:cNvPr id="3" name="Content Placeholder 2">
            <a:extLst>
              <a:ext uri="{FF2B5EF4-FFF2-40B4-BE49-F238E27FC236}">
                <a16:creationId xmlns:a16="http://schemas.microsoft.com/office/drawing/2014/main" id="{AC7CBC99-3CD2-7B35-2C28-BADD8B72C390}"/>
              </a:ext>
            </a:extLst>
          </p:cNvPr>
          <p:cNvSpPr>
            <a:spLocks noGrp="1"/>
          </p:cNvSpPr>
          <p:nvPr>
            <p:ph idx="1"/>
          </p:nvPr>
        </p:nvSpPr>
        <p:spPr/>
        <p:txBody>
          <a:bodyPr>
            <a:normAutofit fontScale="85000" lnSpcReduction="20000"/>
          </a:bodyPr>
          <a:lstStyle/>
          <a:p>
            <a:r>
              <a:rPr lang="en-US" dirty="0"/>
              <a:t>W</a:t>
            </a:r>
            <a:r>
              <a:rPr lang="en-IL" dirty="0"/>
              <a:t>e start from here (just add this in the head) </a:t>
            </a:r>
          </a:p>
          <a:p>
            <a:r>
              <a:rPr lang="en-US" sz="1600" b="0" dirty="0">
                <a:solidFill>
                  <a:srgbClr val="ABB2BF"/>
                </a:solidFill>
                <a:effectLst/>
                <a:latin typeface="Menlo" panose="020B0609030804020204" pitchFamily="49" charset="0"/>
              </a:rPr>
              <a:t>&lt;</a:t>
            </a:r>
            <a:r>
              <a:rPr lang="en-US" sz="1600" b="0" dirty="0">
                <a:solidFill>
                  <a:srgbClr val="E06C75"/>
                </a:solidFill>
                <a:effectLst/>
                <a:latin typeface="Menlo" panose="020B0609030804020204" pitchFamily="49" charset="0"/>
              </a:rPr>
              <a:t>link</a:t>
            </a:r>
            <a:r>
              <a:rPr lang="en-US" sz="1600" b="0" dirty="0">
                <a:solidFill>
                  <a:srgbClr val="ABB2BF"/>
                </a:solidFill>
                <a:effectLst/>
                <a:latin typeface="Menlo" panose="020B0609030804020204" pitchFamily="49" charset="0"/>
              </a:rPr>
              <a:t> </a:t>
            </a:r>
            <a:r>
              <a:rPr lang="en-US" sz="1600" b="0" dirty="0" err="1">
                <a:solidFill>
                  <a:srgbClr val="D19A66"/>
                </a:solidFill>
                <a:effectLst/>
                <a:latin typeface="Menlo" panose="020B0609030804020204" pitchFamily="49" charset="0"/>
              </a:rPr>
              <a:t>rel</a:t>
            </a:r>
            <a:r>
              <a:rPr lang="en-US" sz="1600" b="0" dirty="0">
                <a:solidFill>
                  <a:srgbClr val="ABB2BF"/>
                </a:solidFill>
                <a:effectLst/>
                <a:latin typeface="Menlo" panose="020B0609030804020204" pitchFamily="49" charset="0"/>
              </a:rPr>
              <a:t>=</a:t>
            </a:r>
            <a:r>
              <a:rPr lang="en-US" sz="1600" b="0" dirty="0">
                <a:solidFill>
                  <a:srgbClr val="98C379"/>
                </a:solidFill>
                <a:effectLst/>
                <a:latin typeface="Menlo" panose="020B0609030804020204" pitchFamily="49" charset="0"/>
              </a:rPr>
              <a:t>"stylesheet"</a:t>
            </a:r>
            <a:r>
              <a:rPr lang="en-US" sz="1600" b="0" dirty="0">
                <a:solidFill>
                  <a:srgbClr val="ABB2BF"/>
                </a:solidFill>
                <a:effectLst/>
                <a:latin typeface="Menlo" panose="020B0609030804020204" pitchFamily="49" charset="0"/>
              </a:rPr>
              <a:t> </a:t>
            </a:r>
            <a:r>
              <a:rPr lang="en-US" sz="1600" b="0" dirty="0" err="1">
                <a:solidFill>
                  <a:srgbClr val="D19A66"/>
                </a:solidFill>
                <a:effectLst/>
                <a:latin typeface="Menlo" panose="020B0609030804020204" pitchFamily="49" charset="0"/>
              </a:rPr>
              <a:t>href</a:t>
            </a:r>
            <a:r>
              <a:rPr lang="en-US" sz="1600" b="0" dirty="0">
                <a:solidFill>
                  <a:srgbClr val="ABB2BF"/>
                </a:solidFill>
                <a:effectLst/>
                <a:latin typeface="Menlo" panose="020B0609030804020204" pitchFamily="49" charset="0"/>
              </a:rPr>
              <a:t>=</a:t>
            </a:r>
            <a:r>
              <a:rPr lang="en-US" sz="1600" b="0" dirty="0">
                <a:solidFill>
                  <a:srgbClr val="98C379"/>
                </a:solidFill>
                <a:effectLst/>
                <a:latin typeface="Menlo" panose="020B0609030804020204" pitchFamily="49" charset="0"/>
              </a:rPr>
              <a:t>"https://</a:t>
            </a:r>
            <a:r>
              <a:rPr lang="en-US" sz="1600" b="0" dirty="0" err="1">
                <a:solidFill>
                  <a:srgbClr val="98C379"/>
                </a:solidFill>
                <a:effectLst/>
                <a:latin typeface="Menlo" panose="020B0609030804020204" pitchFamily="49" charset="0"/>
              </a:rPr>
              <a:t>cdnjs.cloudflare.com</a:t>
            </a:r>
            <a:r>
              <a:rPr lang="en-US" sz="1600" b="0" dirty="0">
                <a:solidFill>
                  <a:srgbClr val="98C379"/>
                </a:solidFill>
                <a:effectLst/>
                <a:latin typeface="Menlo" panose="020B0609030804020204" pitchFamily="49" charset="0"/>
              </a:rPr>
              <a:t>/ajax/libs/font-awesome/6.2.1/</a:t>
            </a:r>
            <a:r>
              <a:rPr lang="en-US" sz="1600" b="0" dirty="0" err="1">
                <a:solidFill>
                  <a:srgbClr val="98C379"/>
                </a:solidFill>
                <a:effectLst/>
                <a:latin typeface="Menlo" panose="020B0609030804020204" pitchFamily="49" charset="0"/>
              </a:rPr>
              <a:t>css</a:t>
            </a:r>
            <a:r>
              <a:rPr lang="en-US" sz="1600" b="0" dirty="0">
                <a:solidFill>
                  <a:srgbClr val="98C379"/>
                </a:solidFill>
                <a:effectLst/>
                <a:latin typeface="Menlo" panose="020B0609030804020204" pitchFamily="49" charset="0"/>
              </a:rPr>
              <a:t>/</a:t>
            </a:r>
            <a:r>
              <a:rPr lang="en-US" sz="1600" b="0" dirty="0" err="1">
                <a:solidFill>
                  <a:srgbClr val="98C379"/>
                </a:solidFill>
                <a:effectLst/>
                <a:latin typeface="Menlo" panose="020B0609030804020204" pitchFamily="49" charset="0"/>
              </a:rPr>
              <a:t>all.min.css</a:t>
            </a:r>
            <a:r>
              <a:rPr lang="en-US" sz="1600" b="0" dirty="0">
                <a:solidFill>
                  <a:srgbClr val="98C379"/>
                </a:solidFill>
                <a:effectLst/>
                <a:latin typeface="Menlo" panose="020B0609030804020204" pitchFamily="49" charset="0"/>
              </a:rPr>
              <a:t>"</a:t>
            </a:r>
            <a:r>
              <a:rPr lang="en-US" sz="1600" b="0" dirty="0">
                <a:solidFill>
                  <a:srgbClr val="ABB2BF"/>
                </a:solidFill>
                <a:effectLst/>
                <a:latin typeface="Menlo" panose="020B0609030804020204" pitchFamily="49" charset="0"/>
              </a:rPr>
              <a:t> </a:t>
            </a:r>
            <a:r>
              <a:rPr lang="en-US" sz="1600" b="0" dirty="0">
                <a:solidFill>
                  <a:srgbClr val="D19A66"/>
                </a:solidFill>
                <a:effectLst/>
                <a:latin typeface="Menlo" panose="020B0609030804020204" pitchFamily="49" charset="0"/>
              </a:rPr>
              <a:t>integrity</a:t>
            </a:r>
            <a:r>
              <a:rPr lang="en-US" sz="1600" b="0" dirty="0">
                <a:solidFill>
                  <a:srgbClr val="ABB2BF"/>
                </a:solidFill>
                <a:effectLst/>
                <a:latin typeface="Menlo" panose="020B0609030804020204" pitchFamily="49" charset="0"/>
              </a:rPr>
              <a:t>=</a:t>
            </a:r>
            <a:r>
              <a:rPr lang="en-US" sz="1600" b="0" dirty="0">
                <a:solidFill>
                  <a:srgbClr val="98C379"/>
                </a:solidFill>
                <a:effectLst/>
                <a:latin typeface="Menlo" panose="020B0609030804020204" pitchFamily="49" charset="0"/>
              </a:rPr>
              <a:t>"sha512-MV7K8+y+gLIBoVD59lQIYicR65iaqukzvf/nwasF0nqhPay5w/9lJmVM2hMDcnK1OnMGCdVK+iQrJ7lzPJQd1w=="</a:t>
            </a:r>
            <a:r>
              <a:rPr lang="en-US" sz="1600" b="0" dirty="0">
                <a:solidFill>
                  <a:srgbClr val="ABB2BF"/>
                </a:solidFill>
                <a:effectLst/>
                <a:latin typeface="Menlo" panose="020B0609030804020204" pitchFamily="49" charset="0"/>
              </a:rPr>
              <a:t> </a:t>
            </a:r>
            <a:r>
              <a:rPr lang="en-US" sz="1600" b="0" dirty="0" err="1">
                <a:solidFill>
                  <a:srgbClr val="D19A66"/>
                </a:solidFill>
                <a:effectLst/>
                <a:latin typeface="Menlo" panose="020B0609030804020204" pitchFamily="49" charset="0"/>
              </a:rPr>
              <a:t>crossorigin</a:t>
            </a:r>
            <a:r>
              <a:rPr lang="en-US" sz="1600" b="0" dirty="0">
                <a:solidFill>
                  <a:srgbClr val="ABB2BF"/>
                </a:solidFill>
                <a:effectLst/>
                <a:latin typeface="Menlo" panose="020B0609030804020204" pitchFamily="49" charset="0"/>
              </a:rPr>
              <a:t>=</a:t>
            </a:r>
            <a:r>
              <a:rPr lang="en-US" sz="1600" b="0" dirty="0">
                <a:solidFill>
                  <a:srgbClr val="98C379"/>
                </a:solidFill>
                <a:effectLst/>
                <a:latin typeface="Menlo" panose="020B0609030804020204" pitchFamily="49" charset="0"/>
              </a:rPr>
              <a:t>"anonymous"</a:t>
            </a:r>
            <a:r>
              <a:rPr lang="en-US" sz="1600" b="0" dirty="0">
                <a:solidFill>
                  <a:srgbClr val="ABB2BF"/>
                </a:solidFill>
                <a:effectLst/>
                <a:latin typeface="Menlo" panose="020B0609030804020204" pitchFamily="49" charset="0"/>
              </a:rPr>
              <a:t> </a:t>
            </a:r>
            <a:r>
              <a:rPr lang="en-US" sz="1600" b="0" dirty="0" err="1">
                <a:solidFill>
                  <a:srgbClr val="D19A66"/>
                </a:solidFill>
                <a:effectLst/>
                <a:latin typeface="Menlo" panose="020B0609030804020204" pitchFamily="49" charset="0"/>
              </a:rPr>
              <a:t>referrerpolicy</a:t>
            </a:r>
            <a:r>
              <a:rPr lang="en-US" sz="1600" b="0" dirty="0">
                <a:solidFill>
                  <a:srgbClr val="ABB2BF"/>
                </a:solidFill>
                <a:effectLst/>
                <a:latin typeface="Menlo" panose="020B0609030804020204" pitchFamily="49" charset="0"/>
              </a:rPr>
              <a:t>=</a:t>
            </a:r>
            <a:r>
              <a:rPr lang="en-US" sz="1600" b="0" dirty="0">
                <a:solidFill>
                  <a:srgbClr val="98C379"/>
                </a:solidFill>
                <a:effectLst/>
                <a:latin typeface="Menlo" panose="020B0609030804020204" pitchFamily="49" charset="0"/>
              </a:rPr>
              <a:t>"no-referrer"</a:t>
            </a:r>
            <a:r>
              <a:rPr lang="en-US" sz="1600" b="0" dirty="0">
                <a:solidFill>
                  <a:srgbClr val="ABB2BF"/>
                </a:solidFill>
                <a:effectLst/>
                <a:latin typeface="Menlo" panose="020B0609030804020204" pitchFamily="49" charset="0"/>
              </a:rPr>
              <a:t> /&gt;</a:t>
            </a:r>
            <a:br>
              <a:rPr lang="en-US" sz="2100" dirty="0"/>
            </a:br>
            <a:endParaRPr lang="en-US" sz="2100" dirty="0"/>
          </a:p>
          <a:p>
            <a:r>
              <a:rPr lang="en-US" dirty="0"/>
              <a:t>Example</a:t>
            </a:r>
          </a:p>
          <a:p>
            <a:r>
              <a:rPr lang="en-US" b="0" i="0" dirty="0">
                <a:solidFill>
                  <a:srgbClr val="0000CD"/>
                </a:solidFill>
                <a:effectLst/>
                <a:latin typeface="Consolas" panose="020B0609020204030204" pitchFamily="49" charset="0"/>
              </a:rPr>
              <a:t>&lt;</a:t>
            </a:r>
            <a:r>
              <a:rPr lang="en-US" b="0" i="0" dirty="0" err="1">
                <a:solidFill>
                  <a:srgbClr val="A52A2A"/>
                </a:solidFill>
                <a:effectLst/>
                <a:latin typeface="Consolas" panose="020B0609020204030204" pitchFamily="49" charset="0"/>
              </a:rPr>
              <a:t>i</a:t>
            </a:r>
            <a:r>
              <a:rPr lang="en-US" b="0" i="0" dirty="0">
                <a:solidFill>
                  <a:srgbClr val="FF0000"/>
                </a:solidFill>
                <a:effectLst/>
                <a:latin typeface="Consolas" panose="020B0609020204030204" pitchFamily="49" charset="0"/>
              </a:rPr>
              <a:t> class</a:t>
            </a:r>
            <a:r>
              <a:rPr lang="en-US" b="0" i="0" dirty="0">
                <a:solidFill>
                  <a:srgbClr val="0000CD"/>
                </a:solidFill>
                <a:effectLst/>
                <a:latin typeface="Consolas" panose="020B0609020204030204" pitchFamily="49" charset="0"/>
              </a:rPr>
              <a:t>="</a:t>
            </a:r>
            <a:r>
              <a:rPr lang="en-US" b="0" i="0" dirty="0" err="1">
                <a:solidFill>
                  <a:srgbClr val="0000CD"/>
                </a:solidFill>
                <a:effectLst/>
                <a:latin typeface="Consolas" panose="020B0609020204030204" pitchFamily="49" charset="0"/>
              </a:rPr>
              <a:t>fas</a:t>
            </a:r>
            <a:r>
              <a:rPr lang="en-US" b="0" i="0" dirty="0">
                <a:solidFill>
                  <a:srgbClr val="0000CD"/>
                </a:solidFill>
                <a:effectLst/>
                <a:latin typeface="Consolas" panose="020B0609020204030204" pitchFamily="49" charset="0"/>
              </a:rPr>
              <a:t> fa-cloud"&gt;&lt;</a:t>
            </a:r>
            <a:r>
              <a:rPr lang="en-US" b="0" i="0" dirty="0">
                <a:solidFill>
                  <a:srgbClr val="A52A2A"/>
                </a:solidFill>
                <a:effectLst/>
                <a:latin typeface="Consolas" panose="020B0609020204030204" pitchFamily="49" charset="0"/>
              </a:rPr>
              <a:t>/</a:t>
            </a:r>
            <a:r>
              <a:rPr lang="en-US" b="0" i="0" dirty="0" err="1">
                <a:solidFill>
                  <a:srgbClr val="A52A2A"/>
                </a:solidFill>
                <a:effectLst/>
                <a:latin typeface="Consolas" panose="020B0609020204030204" pitchFamily="49" charset="0"/>
              </a:rPr>
              <a:t>i</a:t>
            </a:r>
            <a:r>
              <a:rPr lang="en-US" b="0" i="0" dirty="0">
                <a:solidFill>
                  <a:srgbClr val="0000CD"/>
                </a:solidFill>
                <a:effectLst/>
                <a:latin typeface="Consolas" panose="020B0609020204030204" pitchFamily="49" charset="0"/>
              </a:rPr>
              <a:t>&gt;</a:t>
            </a:r>
            <a:br>
              <a:rPr lang="en-US" dirty="0"/>
            </a:br>
            <a:r>
              <a:rPr lang="en-US" b="0" i="0" dirty="0">
                <a:solidFill>
                  <a:srgbClr val="0000CD"/>
                </a:solidFill>
                <a:effectLst/>
                <a:latin typeface="Consolas" panose="020B0609020204030204" pitchFamily="49" charset="0"/>
              </a:rPr>
              <a:t>&lt;</a:t>
            </a:r>
            <a:r>
              <a:rPr lang="en-US" b="0" i="0" dirty="0" err="1">
                <a:solidFill>
                  <a:srgbClr val="A52A2A"/>
                </a:solidFill>
                <a:effectLst/>
                <a:latin typeface="Consolas" panose="020B0609020204030204" pitchFamily="49" charset="0"/>
              </a:rPr>
              <a:t>i</a:t>
            </a:r>
            <a:r>
              <a:rPr lang="en-US" b="0" i="0" dirty="0">
                <a:solidFill>
                  <a:srgbClr val="FF0000"/>
                </a:solidFill>
                <a:effectLst/>
                <a:latin typeface="Consolas" panose="020B0609020204030204" pitchFamily="49" charset="0"/>
              </a:rPr>
              <a:t> class</a:t>
            </a:r>
            <a:r>
              <a:rPr lang="en-US" b="0" i="0" dirty="0">
                <a:solidFill>
                  <a:srgbClr val="0000CD"/>
                </a:solidFill>
                <a:effectLst/>
                <a:latin typeface="Consolas" panose="020B0609020204030204" pitchFamily="49" charset="0"/>
              </a:rPr>
              <a:t>="</a:t>
            </a:r>
            <a:r>
              <a:rPr lang="en-US" b="0" i="0" dirty="0" err="1">
                <a:solidFill>
                  <a:srgbClr val="0000CD"/>
                </a:solidFill>
                <a:effectLst/>
                <a:latin typeface="Consolas" panose="020B0609020204030204" pitchFamily="49" charset="0"/>
              </a:rPr>
              <a:t>fas</a:t>
            </a:r>
            <a:r>
              <a:rPr lang="en-US" b="0" i="0" dirty="0">
                <a:solidFill>
                  <a:srgbClr val="0000CD"/>
                </a:solidFill>
                <a:effectLst/>
                <a:latin typeface="Consolas" panose="020B0609020204030204" pitchFamily="49" charset="0"/>
              </a:rPr>
              <a:t> fa-heart"&gt;&lt;</a:t>
            </a:r>
            <a:r>
              <a:rPr lang="en-US" b="0" i="0" dirty="0">
                <a:solidFill>
                  <a:srgbClr val="A52A2A"/>
                </a:solidFill>
                <a:effectLst/>
                <a:latin typeface="Consolas" panose="020B0609020204030204" pitchFamily="49" charset="0"/>
              </a:rPr>
              <a:t>/</a:t>
            </a:r>
            <a:r>
              <a:rPr lang="en-US" b="0" i="0" dirty="0" err="1">
                <a:solidFill>
                  <a:srgbClr val="A52A2A"/>
                </a:solidFill>
                <a:effectLst/>
                <a:latin typeface="Consolas" panose="020B0609020204030204" pitchFamily="49" charset="0"/>
              </a:rPr>
              <a:t>i</a:t>
            </a:r>
            <a:r>
              <a:rPr lang="en-US" b="0" i="0" dirty="0">
                <a:solidFill>
                  <a:srgbClr val="0000CD"/>
                </a:solidFill>
                <a:effectLst/>
                <a:latin typeface="Consolas" panose="020B0609020204030204" pitchFamily="49" charset="0"/>
              </a:rPr>
              <a:t>&gt;</a:t>
            </a:r>
            <a:br>
              <a:rPr lang="en-US" dirty="0"/>
            </a:br>
            <a:r>
              <a:rPr lang="en-US" b="0" i="0" dirty="0">
                <a:solidFill>
                  <a:srgbClr val="0000CD"/>
                </a:solidFill>
                <a:effectLst/>
                <a:latin typeface="Consolas" panose="020B0609020204030204" pitchFamily="49" charset="0"/>
              </a:rPr>
              <a:t>&lt;</a:t>
            </a:r>
            <a:r>
              <a:rPr lang="en-US" b="0" i="0" dirty="0" err="1">
                <a:solidFill>
                  <a:srgbClr val="A52A2A"/>
                </a:solidFill>
                <a:effectLst/>
                <a:latin typeface="Consolas" panose="020B0609020204030204" pitchFamily="49" charset="0"/>
              </a:rPr>
              <a:t>i</a:t>
            </a:r>
            <a:r>
              <a:rPr lang="en-US" b="0" i="0" dirty="0">
                <a:solidFill>
                  <a:srgbClr val="FF0000"/>
                </a:solidFill>
                <a:effectLst/>
                <a:latin typeface="Consolas" panose="020B0609020204030204" pitchFamily="49" charset="0"/>
              </a:rPr>
              <a:t> class</a:t>
            </a:r>
            <a:r>
              <a:rPr lang="en-US" b="0" i="0" dirty="0">
                <a:solidFill>
                  <a:srgbClr val="0000CD"/>
                </a:solidFill>
                <a:effectLst/>
                <a:latin typeface="Consolas" panose="020B0609020204030204" pitchFamily="49" charset="0"/>
              </a:rPr>
              <a:t>="</a:t>
            </a:r>
            <a:r>
              <a:rPr lang="en-US" b="0" i="0" dirty="0" err="1">
                <a:solidFill>
                  <a:srgbClr val="0000CD"/>
                </a:solidFill>
                <a:effectLst/>
                <a:latin typeface="Consolas" panose="020B0609020204030204" pitchFamily="49" charset="0"/>
              </a:rPr>
              <a:t>fas</a:t>
            </a:r>
            <a:r>
              <a:rPr lang="en-US" b="0" i="0" dirty="0">
                <a:solidFill>
                  <a:srgbClr val="0000CD"/>
                </a:solidFill>
                <a:effectLst/>
                <a:latin typeface="Consolas" panose="020B0609020204030204" pitchFamily="49" charset="0"/>
              </a:rPr>
              <a:t> fa-car"&gt;&lt;</a:t>
            </a:r>
            <a:r>
              <a:rPr lang="en-US" b="0" i="0" dirty="0">
                <a:solidFill>
                  <a:srgbClr val="A52A2A"/>
                </a:solidFill>
                <a:effectLst/>
                <a:latin typeface="Consolas" panose="020B0609020204030204" pitchFamily="49" charset="0"/>
              </a:rPr>
              <a:t>/</a:t>
            </a:r>
            <a:r>
              <a:rPr lang="en-US" b="0" i="0" dirty="0" err="1">
                <a:solidFill>
                  <a:srgbClr val="A52A2A"/>
                </a:solidFill>
                <a:effectLst/>
                <a:latin typeface="Consolas" panose="020B0609020204030204" pitchFamily="49" charset="0"/>
              </a:rPr>
              <a:t>i</a:t>
            </a:r>
            <a:r>
              <a:rPr lang="en-US" b="0" i="0" dirty="0">
                <a:solidFill>
                  <a:srgbClr val="0000CD"/>
                </a:solidFill>
                <a:effectLst/>
                <a:latin typeface="Consolas" panose="020B0609020204030204" pitchFamily="49" charset="0"/>
              </a:rPr>
              <a:t>&gt;</a:t>
            </a:r>
            <a:br>
              <a:rPr lang="en-US" dirty="0"/>
            </a:br>
            <a:r>
              <a:rPr lang="en-US" b="0" i="0" dirty="0">
                <a:solidFill>
                  <a:srgbClr val="0000CD"/>
                </a:solidFill>
                <a:effectLst/>
                <a:latin typeface="Consolas" panose="020B0609020204030204" pitchFamily="49" charset="0"/>
              </a:rPr>
              <a:t>&lt;</a:t>
            </a:r>
            <a:r>
              <a:rPr lang="en-US" b="0" i="0" dirty="0" err="1">
                <a:solidFill>
                  <a:srgbClr val="A52A2A"/>
                </a:solidFill>
                <a:effectLst/>
                <a:latin typeface="Consolas" panose="020B0609020204030204" pitchFamily="49" charset="0"/>
              </a:rPr>
              <a:t>i</a:t>
            </a:r>
            <a:r>
              <a:rPr lang="en-US" b="0" i="0" dirty="0">
                <a:solidFill>
                  <a:srgbClr val="FF0000"/>
                </a:solidFill>
                <a:effectLst/>
                <a:latin typeface="Consolas" panose="020B0609020204030204" pitchFamily="49" charset="0"/>
              </a:rPr>
              <a:t> class</a:t>
            </a:r>
            <a:r>
              <a:rPr lang="en-US" b="0" i="0" dirty="0">
                <a:solidFill>
                  <a:srgbClr val="0000CD"/>
                </a:solidFill>
                <a:effectLst/>
                <a:latin typeface="Consolas" panose="020B0609020204030204" pitchFamily="49" charset="0"/>
              </a:rPr>
              <a:t>="</a:t>
            </a:r>
            <a:r>
              <a:rPr lang="en-US" b="0" i="0" dirty="0" err="1">
                <a:solidFill>
                  <a:srgbClr val="0000CD"/>
                </a:solidFill>
                <a:effectLst/>
                <a:latin typeface="Consolas" panose="020B0609020204030204" pitchFamily="49" charset="0"/>
              </a:rPr>
              <a:t>fas</a:t>
            </a:r>
            <a:r>
              <a:rPr lang="en-US" b="0" i="0" dirty="0">
                <a:solidFill>
                  <a:srgbClr val="0000CD"/>
                </a:solidFill>
                <a:effectLst/>
                <a:latin typeface="Consolas" panose="020B0609020204030204" pitchFamily="49" charset="0"/>
              </a:rPr>
              <a:t> fa-file"&gt;&lt;</a:t>
            </a:r>
            <a:r>
              <a:rPr lang="en-US" b="0" i="0" dirty="0">
                <a:solidFill>
                  <a:srgbClr val="A52A2A"/>
                </a:solidFill>
                <a:effectLst/>
                <a:latin typeface="Consolas" panose="020B0609020204030204" pitchFamily="49" charset="0"/>
              </a:rPr>
              <a:t>/</a:t>
            </a:r>
            <a:r>
              <a:rPr lang="en-US" b="0" i="0" dirty="0" err="1">
                <a:solidFill>
                  <a:srgbClr val="A52A2A"/>
                </a:solidFill>
                <a:effectLst/>
                <a:latin typeface="Consolas" panose="020B0609020204030204" pitchFamily="49" charset="0"/>
              </a:rPr>
              <a:t>i</a:t>
            </a:r>
            <a:r>
              <a:rPr lang="en-US" b="0" i="0" dirty="0">
                <a:solidFill>
                  <a:srgbClr val="0000CD"/>
                </a:solidFill>
                <a:effectLst/>
                <a:latin typeface="Consolas" panose="020B0609020204030204" pitchFamily="49" charset="0"/>
              </a:rPr>
              <a:t>&gt;</a:t>
            </a:r>
            <a:br>
              <a:rPr lang="en-US" dirty="0"/>
            </a:br>
            <a:r>
              <a:rPr lang="en-US" b="0" i="0" dirty="0">
                <a:solidFill>
                  <a:srgbClr val="0000CD"/>
                </a:solidFill>
                <a:effectLst/>
                <a:latin typeface="Consolas" panose="020B0609020204030204" pitchFamily="49" charset="0"/>
              </a:rPr>
              <a:t>&lt;</a:t>
            </a:r>
            <a:r>
              <a:rPr lang="en-US" b="0" i="0" dirty="0" err="1">
                <a:solidFill>
                  <a:srgbClr val="A52A2A"/>
                </a:solidFill>
                <a:effectLst/>
                <a:latin typeface="Consolas" panose="020B0609020204030204" pitchFamily="49" charset="0"/>
              </a:rPr>
              <a:t>i</a:t>
            </a:r>
            <a:r>
              <a:rPr lang="en-US" b="0" i="0" dirty="0">
                <a:solidFill>
                  <a:srgbClr val="FF0000"/>
                </a:solidFill>
                <a:effectLst/>
                <a:latin typeface="Consolas" panose="020B0609020204030204" pitchFamily="49" charset="0"/>
              </a:rPr>
              <a:t> class</a:t>
            </a:r>
            <a:r>
              <a:rPr lang="en-US" b="0" i="0" dirty="0">
                <a:solidFill>
                  <a:srgbClr val="0000CD"/>
                </a:solidFill>
                <a:effectLst/>
                <a:latin typeface="Consolas" panose="020B0609020204030204" pitchFamily="49" charset="0"/>
              </a:rPr>
              <a:t>="</a:t>
            </a:r>
            <a:r>
              <a:rPr lang="en-US" b="0" i="0" dirty="0" err="1">
                <a:solidFill>
                  <a:srgbClr val="0000CD"/>
                </a:solidFill>
                <a:effectLst/>
                <a:latin typeface="Consolas" panose="020B0609020204030204" pitchFamily="49" charset="0"/>
              </a:rPr>
              <a:t>fas</a:t>
            </a:r>
            <a:r>
              <a:rPr lang="en-US" b="0" i="0" dirty="0">
                <a:solidFill>
                  <a:srgbClr val="0000CD"/>
                </a:solidFill>
                <a:effectLst/>
                <a:latin typeface="Consolas" panose="020B0609020204030204" pitchFamily="49" charset="0"/>
              </a:rPr>
              <a:t> fa-bars"&gt;&lt;</a:t>
            </a:r>
            <a:r>
              <a:rPr lang="en-US" b="0" i="0" dirty="0">
                <a:solidFill>
                  <a:srgbClr val="A52A2A"/>
                </a:solidFill>
                <a:effectLst/>
                <a:latin typeface="Consolas" panose="020B0609020204030204" pitchFamily="49" charset="0"/>
              </a:rPr>
              <a:t>/</a:t>
            </a:r>
            <a:r>
              <a:rPr lang="en-US" b="0" i="0" dirty="0" err="1">
                <a:solidFill>
                  <a:srgbClr val="A52A2A"/>
                </a:solidFill>
                <a:effectLst/>
                <a:latin typeface="Consolas" panose="020B0609020204030204" pitchFamily="49" charset="0"/>
              </a:rPr>
              <a:t>i</a:t>
            </a:r>
            <a:r>
              <a:rPr lang="en-US" b="0" i="0" dirty="0">
                <a:solidFill>
                  <a:srgbClr val="0000CD"/>
                </a:solidFill>
                <a:effectLst/>
                <a:latin typeface="Consolas" panose="020B0609020204030204" pitchFamily="49" charset="0"/>
              </a:rPr>
              <a:t>&gt;</a:t>
            </a:r>
            <a:br>
              <a:rPr lang="en-US" dirty="0"/>
            </a:br>
            <a:br>
              <a:rPr lang="en-US" dirty="0"/>
            </a:br>
            <a:endParaRPr lang="en-US" dirty="0"/>
          </a:p>
          <a:p>
            <a:r>
              <a:rPr lang="en-US" dirty="0"/>
              <a:t>Full list https://</a:t>
            </a:r>
            <a:r>
              <a:rPr lang="en-US" dirty="0" err="1"/>
              <a:t>fontawesome.com</a:t>
            </a:r>
            <a:r>
              <a:rPr lang="en-US" dirty="0"/>
              <a:t>/</a:t>
            </a:r>
            <a:r>
              <a:rPr lang="en-US" dirty="0" err="1"/>
              <a:t>search?new</a:t>
            </a:r>
            <a:r>
              <a:rPr lang="en-US" dirty="0"/>
              <a:t>=</a:t>
            </a:r>
            <a:r>
              <a:rPr lang="en-US" dirty="0" err="1"/>
              <a:t>yes&amp;o</a:t>
            </a:r>
            <a:r>
              <a:rPr lang="en-US" dirty="0"/>
              <a:t>=r</a:t>
            </a:r>
            <a:endParaRPr lang="en-IL" dirty="0"/>
          </a:p>
        </p:txBody>
      </p:sp>
    </p:spTree>
    <p:extLst>
      <p:ext uri="{BB962C8B-B14F-4D97-AF65-F5344CB8AC3E}">
        <p14:creationId xmlns:p14="http://schemas.microsoft.com/office/powerpoint/2010/main" val="1389775101"/>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EFBEF5-6D0A-1DAD-F1FB-E281E03791D4}"/>
              </a:ext>
            </a:extLst>
          </p:cNvPr>
          <p:cNvSpPr>
            <a:spLocks noGrp="1"/>
          </p:cNvSpPr>
          <p:nvPr>
            <p:ph type="title"/>
          </p:nvPr>
        </p:nvSpPr>
        <p:spPr/>
        <p:txBody>
          <a:bodyPr/>
          <a:lstStyle/>
          <a:p>
            <a:r>
              <a:rPr lang="en-US" dirty="0"/>
              <a:t>N</a:t>
            </a:r>
            <a:r>
              <a:rPr lang="en-IL" dirty="0"/>
              <a:t>ew Icons</a:t>
            </a:r>
          </a:p>
        </p:txBody>
      </p:sp>
      <p:sp>
        <p:nvSpPr>
          <p:cNvPr id="3" name="Content Placeholder 2">
            <a:extLst>
              <a:ext uri="{FF2B5EF4-FFF2-40B4-BE49-F238E27FC236}">
                <a16:creationId xmlns:a16="http://schemas.microsoft.com/office/drawing/2014/main" id="{A2DA5078-C5FD-8945-60F4-7FB1BD2D670B}"/>
              </a:ext>
            </a:extLst>
          </p:cNvPr>
          <p:cNvSpPr>
            <a:spLocks noGrp="1"/>
          </p:cNvSpPr>
          <p:nvPr>
            <p:ph idx="1"/>
          </p:nvPr>
        </p:nvSpPr>
        <p:spPr/>
        <p:txBody>
          <a:bodyPr/>
          <a:lstStyle/>
          <a:p>
            <a:pPr algn="l"/>
            <a:r>
              <a:rPr lang="en-US" sz="1600" b="0" i="0" dirty="0">
                <a:solidFill>
                  <a:srgbClr val="000000"/>
                </a:solidFill>
                <a:effectLst/>
                <a:latin typeface="Verdana" panose="020B0604030504040204" pitchFamily="34" charset="0"/>
              </a:rPr>
              <a:t>&lt;link </a:t>
            </a:r>
            <a:r>
              <a:rPr lang="en-US" sz="1600" b="0" i="0" dirty="0" err="1">
                <a:solidFill>
                  <a:srgbClr val="000000"/>
                </a:solidFill>
                <a:effectLst/>
                <a:latin typeface="Verdana" panose="020B0604030504040204" pitchFamily="34" charset="0"/>
              </a:rPr>
              <a:t>rel</a:t>
            </a:r>
            <a:r>
              <a:rPr lang="en-US" sz="1600" b="0" i="0" dirty="0">
                <a:solidFill>
                  <a:srgbClr val="000000"/>
                </a:solidFill>
                <a:effectLst/>
                <a:latin typeface="Verdana" panose="020B0604030504040204" pitchFamily="34" charset="0"/>
              </a:rPr>
              <a:t>="stylesheet" </a:t>
            </a:r>
            <a:r>
              <a:rPr lang="en-US" sz="1600" b="0" i="0" dirty="0" err="1">
                <a:solidFill>
                  <a:srgbClr val="000000"/>
                </a:solidFill>
                <a:effectLst/>
                <a:latin typeface="Verdana" panose="020B0604030504040204" pitchFamily="34" charset="0"/>
              </a:rPr>
              <a:t>href</a:t>
            </a:r>
            <a:r>
              <a:rPr lang="en-US" sz="1600" b="0" i="0" dirty="0">
                <a:solidFill>
                  <a:srgbClr val="000000"/>
                </a:solidFill>
                <a:effectLst/>
                <a:latin typeface="Verdana" panose="020B0604030504040204" pitchFamily="34" charset="0"/>
              </a:rPr>
              <a:t>="https://</a:t>
            </a:r>
            <a:r>
              <a:rPr lang="en-US" sz="1600" b="0" i="0" dirty="0" err="1">
                <a:solidFill>
                  <a:srgbClr val="000000"/>
                </a:solidFill>
                <a:effectLst/>
                <a:latin typeface="Verdana" panose="020B0604030504040204" pitchFamily="34" charset="0"/>
              </a:rPr>
              <a:t>fonts.googleapis.com</a:t>
            </a:r>
            <a:r>
              <a:rPr lang="en-US" sz="1600" b="0" i="0" dirty="0">
                <a:solidFill>
                  <a:srgbClr val="000000"/>
                </a:solidFill>
                <a:effectLst/>
                <a:latin typeface="Verdana" panose="020B0604030504040204" pitchFamily="34" charset="0"/>
              </a:rPr>
              <a:t>/</a:t>
            </a:r>
            <a:r>
              <a:rPr lang="en-US" sz="1600" b="0" i="0" dirty="0" err="1">
                <a:solidFill>
                  <a:srgbClr val="000000"/>
                </a:solidFill>
                <a:effectLst/>
                <a:latin typeface="Verdana" panose="020B0604030504040204" pitchFamily="34" charset="0"/>
              </a:rPr>
              <a:t>icon?family</a:t>
            </a:r>
            <a:r>
              <a:rPr lang="en-US" sz="1600" b="0" i="0" dirty="0">
                <a:solidFill>
                  <a:srgbClr val="000000"/>
                </a:solidFill>
                <a:effectLst/>
                <a:latin typeface="Verdana" panose="020B0604030504040204" pitchFamily="34" charset="0"/>
              </a:rPr>
              <a:t>=</a:t>
            </a:r>
            <a:r>
              <a:rPr lang="en-US" sz="1600" b="0" i="0" dirty="0" err="1">
                <a:solidFill>
                  <a:srgbClr val="000000"/>
                </a:solidFill>
                <a:effectLst/>
                <a:latin typeface="Verdana" panose="020B0604030504040204" pitchFamily="34" charset="0"/>
              </a:rPr>
              <a:t>Material+Icons</a:t>
            </a:r>
            <a:r>
              <a:rPr lang="en-US" sz="1600" b="0" i="0" dirty="0">
                <a:solidFill>
                  <a:srgbClr val="000000"/>
                </a:solidFill>
                <a:effectLst/>
                <a:latin typeface="Verdana" panose="020B0604030504040204" pitchFamily="34" charset="0"/>
              </a:rPr>
              <a:t>"&gt;</a:t>
            </a:r>
          </a:p>
          <a:p>
            <a:br>
              <a:rPr lang="en-US" dirty="0"/>
            </a:br>
            <a:r>
              <a:rPr lang="en-US" b="0" i="0" dirty="0">
                <a:solidFill>
                  <a:srgbClr val="0000CD"/>
                </a:solidFill>
                <a:effectLst/>
                <a:latin typeface="Consolas" panose="020B0609020204030204" pitchFamily="49" charset="0"/>
              </a:rPr>
              <a:t>&lt;</a:t>
            </a:r>
            <a:r>
              <a:rPr lang="en-US" b="0" i="0" dirty="0" err="1">
                <a:solidFill>
                  <a:srgbClr val="A52A2A"/>
                </a:solidFill>
                <a:effectLst/>
                <a:latin typeface="Consolas" panose="020B0609020204030204" pitchFamily="49" charset="0"/>
              </a:rPr>
              <a:t>i</a:t>
            </a:r>
            <a:r>
              <a:rPr lang="en-US" b="0" i="0" dirty="0">
                <a:solidFill>
                  <a:srgbClr val="FF0000"/>
                </a:solidFill>
                <a:effectLst/>
                <a:latin typeface="Consolas" panose="020B0609020204030204" pitchFamily="49" charset="0"/>
              </a:rPr>
              <a:t> class</a:t>
            </a:r>
            <a:r>
              <a:rPr lang="en-US" b="0" i="0" dirty="0">
                <a:solidFill>
                  <a:srgbClr val="0000CD"/>
                </a:solidFill>
                <a:effectLst/>
                <a:latin typeface="Consolas" panose="020B0609020204030204" pitchFamily="49" charset="0"/>
              </a:rPr>
              <a:t>="material-icons"&gt;</a:t>
            </a:r>
            <a:r>
              <a:rPr lang="en-US" b="0" i="0" dirty="0">
                <a:solidFill>
                  <a:srgbClr val="000000"/>
                </a:solidFill>
                <a:effectLst/>
                <a:latin typeface="Consolas" panose="020B0609020204030204" pitchFamily="49" charset="0"/>
              </a:rPr>
              <a:t>cloud</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a:t>
            </a:r>
            <a:r>
              <a:rPr lang="en-US" b="0" i="0" dirty="0" err="1">
                <a:solidFill>
                  <a:srgbClr val="A52A2A"/>
                </a:solidFill>
                <a:effectLst/>
                <a:latin typeface="Consolas" panose="020B0609020204030204" pitchFamily="49" charset="0"/>
              </a:rPr>
              <a:t>i</a:t>
            </a:r>
            <a:r>
              <a:rPr lang="en-US" b="0" i="0" dirty="0">
                <a:solidFill>
                  <a:srgbClr val="0000CD"/>
                </a:solidFill>
                <a:effectLst/>
                <a:latin typeface="Consolas" panose="020B0609020204030204" pitchFamily="49" charset="0"/>
              </a:rPr>
              <a:t>&gt;</a:t>
            </a:r>
            <a:br>
              <a:rPr lang="en-US" dirty="0"/>
            </a:br>
            <a:r>
              <a:rPr lang="en-US" b="0" i="0" dirty="0">
                <a:solidFill>
                  <a:srgbClr val="0000CD"/>
                </a:solidFill>
                <a:effectLst/>
                <a:latin typeface="Consolas" panose="020B0609020204030204" pitchFamily="49" charset="0"/>
              </a:rPr>
              <a:t>&lt;</a:t>
            </a:r>
            <a:r>
              <a:rPr lang="en-US" b="0" i="0" dirty="0" err="1">
                <a:solidFill>
                  <a:srgbClr val="A52A2A"/>
                </a:solidFill>
                <a:effectLst/>
                <a:latin typeface="Consolas" panose="020B0609020204030204" pitchFamily="49" charset="0"/>
              </a:rPr>
              <a:t>i</a:t>
            </a:r>
            <a:r>
              <a:rPr lang="en-US" b="0" i="0" dirty="0">
                <a:solidFill>
                  <a:srgbClr val="FF0000"/>
                </a:solidFill>
                <a:effectLst/>
                <a:latin typeface="Consolas" panose="020B0609020204030204" pitchFamily="49" charset="0"/>
              </a:rPr>
              <a:t> class</a:t>
            </a:r>
            <a:r>
              <a:rPr lang="en-US" b="0" i="0" dirty="0">
                <a:solidFill>
                  <a:srgbClr val="0000CD"/>
                </a:solidFill>
                <a:effectLst/>
                <a:latin typeface="Consolas" panose="020B0609020204030204" pitchFamily="49" charset="0"/>
              </a:rPr>
              <a:t>="material-icons"&gt;</a:t>
            </a:r>
            <a:r>
              <a:rPr lang="en-US" b="0" i="0" dirty="0">
                <a:solidFill>
                  <a:srgbClr val="000000"/>
                </a:solidFill>
                <a:effectLst/>
                <a:latin typeface="Consolas" panose="020B0609020204030204" pitchFamily="49" charset="0"/>
              </a:rPr>
              <a:t>favorite</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a:t>
            </a:r>
            <a:r>
              <a:rPr lang="en-US" b="0" i="0" dirty="0" err="1">
                <a:solidFill>
                  <a:srgbClr val="A52A2A"/>
                </a:solidFill>
                <a:effectLst/>
                <a:latin typeface="Consolas" panose="020B0609020204030204" pitchFamily="49" charset="0"/>
              </a:rPr>
              <a:t>i</a:t>
            </a:r>
            <a:r>
              <a:rPr lang="en-US" b="0" i="0" dirty="0">
                <a:solidFill>
                  <a:srgbClr val="0000CD"/>
                </a:solidFill>
                <a:effectLst/>
                <a:latin typeface="Consolas" panose="020B0609020204030204" pitchFamily="49" charset="0"/>
              </a:rPr>
              <a:t>&gt;</a:t>
            </a:r>
            <a:br>
              <a:rPr lang="en-US" dirty="0"/>
            </a:br>
            <a:r>
              <a:rPr lang="en-US" b="0" i="0" dirty="0">
                <a:solidFill>
                  <a:srgbClr val="0000CD"/>
                </a:solidFill>
                <a:effectLst/>
                <a:latin typeface="Consolas" panose="020B0609020204030204" pitchFamily="49" charset="0"/>
              </a:rPr>
              <a:t>&lt;</a:t>
            </a:r>
            <a:r>
              <a:rPr lang="en-US" b="0" i="0" dirty="0" err="1">
                <a:solidFill>
                  <a:srgbClr val="A52A2A"/>
                </a:solidFill>
                <a:effectLst/>
                <a:latin typeface="Consolas" panose="020B0609020204030204" pitchFamily="49" charset="0"/>
              </a:rPr>
              <a:t>i</a:t>
            </a:r>
            <a:r>
              <a:rPr lang="en-US" b="0" i="0" dirty="0">
                <a:solidFill>
                  <a:srgbClr val="FF0000"/>
                </a:solidFill>
                <a:effectLst/>
                <a:latin typeface="Consolas" panose="020B0609020204030204" pitchFamily="49" charset="0"/>
              </a:rPr>
              <a:t> class</a:t>
            </a:r>
            <a:r>
              <a:rPr lang="en-US" b="0" i="0" dirty="0">
                <a:solidFill>
                  <a:srgbClr val="0000CD"/>
                </a:solidFill>
                <a:effectLst/>
                <a:latin typeface="Consolas" panose="020B0609020204030204" pitchFamily="49" charset="0"/>
              </a:rPr>
              <a:t>="material-icons"&gt;</a:t>
            </a:r>
            <a:r>
              <a:rPr lang="en-US" b="0" i="0" dirty="0">
                <a:solidFill>
                  <a:srgbClr val="000000"/>
                </a:solidFill>
                <a:effectLst/>
                <a:latin typeface="Consolas" panose="020B0609020204030204" pitchFamily="49" charset="0"/>
              </a:rPr>
              <a:t>attachment</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a:t>
            </a:r>
            <a:r>
              <a:rPr lang="en-US" b="0" i="0" dirty="0" err="1">
                <a:solidFill>
                  <a:srgbClr val="A52A2A"/>
                </a:solidFill>
                <a:effectLst/>
                <a:latin typeface="Consolas" panose="020B0609020204030204" pitchFamily="49" charset="0"/>
              </a:rPr>
              <a:t>i</a:t>
            </a:r>
            <a:r>
              <a:rPr lang="en-US" b="0" i="0" dirty="0">
                <a:solidFill>
                  <a:srgbClr val="0000CD"/>
                </a:solidFill>
                <a:effectLst/>
                <a:latin typeface="Consolas" panose="020B0609020204030204" pitchFamily="49" charset="0"/>
              </a:rPr>
              <a:t>&gt;</a:t>
            </a:r>
            <a:br>
              <a:rPr lang="en-US" dirty="0"/>
            </a:br>
            <a:r>
              <a:rPr lang="en-US" b="0" i="0" dirty="0">
                <a:solidFill>
                  <a:srgbClr val="0000CD"/>
                </a:solidFill>
                <a:effectLst/>
                <a:latin typeface="Consolas" panose="020B0609020204030204" pitchFamily="49" charset="0"/>
              </a:rPr>
              <a:t>&lt;</a:t>
            </a:r>
            <a:r>
              <a:rPr lang="en-US" b="0" i="0" dirty="0" err="1">
                <a:solidFill>
                  <a:srgbClr val="A52A2A"/>
                </a:solidFill>
                <a:effectLst/>
                <a:latin typeface="Consolas" panose="020B0609020204030204" pitchFamily="49" charset="0"/>
              </a:rPr>
              <a:t>i</a:t>
            </a:r>
            <a:r>
              <a:rPr lang="en-US" b="0" i="0" dirty="0">
                <a:solidFill>
                  <a:srgbClr val="FF0000"/>
                </a:solidFill>
                <a:effectLst/>
                <a:latin typeface="Consolas" panose="020B0609020204030204" pitchFamily="49" charset="0"/>
              </a:rPr>
              <a:t> class</a:t>
            </a:r>
            <a:r>
              <a:rPr lang="en-US" b="0" i="0" dirty="0">
                <a:solidFill>
                  <a:srgbClr val="0000CD"/>
                </a:solidFill>
                <a:effectLst/>
                <a:latin typeface="Consolas" panose="020B0609020204030204" pitchFamily="49" charset="0"/>
              </a:rPr>
              <a:t>="material-icons"&gt;</a:t>
            </a:r>
            <a:r>
              <a:rPr lang="en-US" b="0" i="0" dirty="0">
                <a:solidFill>
                  <a:srgbClr val="000000"/>
                </a:solidFill>
                <a:effectLst/>
                <a:latin typeface="Consolas" panose="020B0609020204030204" pitchFamily="49" charset="0"/>
              </a:rPr>
              <a:t>computer</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a:t>
            </a:r>
            <a:r>
              <a:rPr lang="en-US" b="0" i="0" dirty="0" err="1">
                <a:solidFill>
                  <a:srgbClr val="A52A2A"/>
                </a:solidFill>
                <a:effectLst/>
                <a:latin typeface="Consolas" panose="020B0609020204030204" pitchFamily="49" charset="0"/>
              </a:rPr>
              <a:t>i</a:t>
            </a:r>
            <a:r>
              <a:rPr lang="en-US" b="0" i="0" dirty="0">
                <a:solidFill>
                  <a:srgbClr val="0000CD"/>
                </a:solidFill>
                <a:effectLst/>
                <a:latin typeface="Consolas" panose="020B0609020204030204" pitchFamily="49" charset="0"/>
              </a:rPr>
              <a:t>&gt;</a:t>
            </a:r>
            <a:br>
              <a:rPr lang="en-US" dirty="0"/>
            </a:br>
            <a:r>
              <a:rPr lang="en-US" b="0" i="0" dirty="0">
                <a:solidFill>
                  <a:srgbClr val="0000CD"/>
                </a:solidFill>
                <a:effectLst/>
                <a:latin typeface="Consolas" panose="020B0609020204030204" pitchFamily="49" charset="0"/>
              </a:rPr>
              <a:t>&lt;</a:t>
            </a:r>
            <a:r>
              <a:rPr lang="en-US" b="0" i="0" dirty="0" err="1">
                <a:solidFill>
                  <a:srgbClr val="A52A2A"/>
                </a:solidFill>
                <a:effectLst/>
                <a:latin typeface="Consolas" panose="020B0609020204030204" pitchFamily="49" charset="0"/>
              </a:rPr>
              <a:t>i</a:t>
            </a:r>
            <a:r>
              <a:rPr lang="en-US" b="0" i="0" dirty="0">
                <a:solidFill>
                  <a:srgbClr val="FF0000"/>
                </a:solidFill>
                <a:effectLst/>
                <a:latin typeface="Consolas" panose="020B0609020204030204" pitchFamily="49" charset="0"/>
              </a:rPr>
              <a:t> class</a:t>
            </a:r>
            <a:r>
              <a:rPr lang="en-US" b="0" i="0" dirty="0">
                <a:solidFill>
                  <a:srgbClr val="0000CD"/>
                </a:solidFill>
                <a:effectLst/>
                <a:latin typeface="Consolas" panose="020B0609020204030204" pitchFamily="49" charset="0"/>
              </a:rPr>
              <a:t>="material-icons"&gt;</a:t>
            </a:r>
            <a:r>
              <a:rPr lang="en-US" b="0" i="0" dirty="0">
                <a:solidFill>
                  <a:srgbClr val="000000"/>
                </a:solidFill>
                <a:effectLst/>
                <a:latin typeface="Consolas" panose="020B0609020204030204" pitchFamily="49" charset="0"/>
              </a:rPr>
              <a:t>traffic</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a:t>
            </a:r>
            <a:r>
              <a:rPr lang="en-US" b="0" i="0" dirty="0" err="1">
                <a:solidFill>
                  <a:srgbClr val="A52A2A"/>
                </a:solidFill>
                <a:effectLst/>
                <a:latin typeface="Consolas" panose="020B0609020204030204" pitchFamily="49" charset="0"/>
              </a:rPr>
              <a:t>i</a:t>
            </a:r>
            <a:r>
              <a:rPr lang="en-US" b="0" i="0" dirty="0">
                <a:solidFill>
                  <a:srgbClr val="0000CD"/>
                </a:solidFill>
                <a:effectLst/>
                <a:latin typeface="Consolas" panose="020B0609020204030204" pitchFamily="49" charset="0"/>
              </a:rPr>
              <a:t>&gt;</a:t>
            </a:r>
          </a:p>
          <a:p>
            <a:endParaRPr lang="en-US" dirty="0">
              <a:solidFill>
                <a:srgbClr val="0000CD"/>
              </a:solidFill>
              <a:latin typeface="Consolas" panose="020B0609020204030204" pitchFamily="49" charset="0"/>
            </a:endParaRPr>
          </a:p>
          <a:p>
            <a:r>
              <a:rPr lang="en-US" dirty="0">
                <a:solidFill>
                  <a:srgbClr val="0000CD"/>
                </a:solidFill>
                <a:latin typeface="Consolas" panose="020B0609020204030204" pitchFamily="49" charset="0"/>
              </a:rPr>
              <a:t>For the full list https://</a:t>
            </a:r>
            <a:r>
              <a:rPr lang="en-US" dirty="0" err="1">
                <a:solidFill>
                  <a:srgbClr val="0000CD"/>
                </a:solidFill>
                <a:latin typeface="Consolas" panose="020B0609020204030204" pitchFamily="49" charset="0"/>
              </a:rPr>
              <a:t>fonts.google.com</a:t>
            </a:r>
            <a:r>
              <a:rPr lang="en-US" dirty="0">
                <a:solidFill>
                  <a:srgbClr val="0000CD"/>
                </a:solidFill>
                <a:latin typeface="Consolas" panose="020B0609020204030204" pitchFamily="49" charset="0"/>
              </a:rPr>
              <a:t>/icons</a:t>
            </a:r>
            <a:endParaRPr lang="en-IL" dirty="0"/>
          </a:p>
        </p:txBody>
      </p:sp>
    </p:spTree>
    <p:extLst>
      <p:ext uri="{BB962C8B-B14F-4D97-AF65-F5344CB8AC3E}">
        <p14:creationId xmlns:p14="http://schemas.microsoft.com/office/powerpoint/2010/main" val="1401607753"/>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8">
            <a:extLst>
              <a:ext uri="{FF2B5EF4-FFF2-40B4-BE49-F238E27FC236}">
                <a16:creationId xmlns:a16="http://schemas.microsoft.com/office/drawing/2014/main" id="{8CA06CD6-90CA-4C45-856C-6771339E1E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tx1">
              <a:alpha val="10000"/>
            </a:schemeClr>
          </a:solidFill>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71B9B71-59C1-C2CF-5C16-E4BFEA569506}"/>
              </a:ext>
            </a:extLst>
          </p:cNvPr>
          <p:cNvSpPr>
            <a:spLocks noGrp="1"/>
          </p:cNvSpPr>
          <p:nvPr>
            <p:ph type="title"/>
          </p:nvPr>
        </p:nvSpPr>
        <p:spPr>
          <a:xfrm>
            <a:off x="838200" y="963507"/>
            <a:ext cx="3494362" cy="4930986"/>
          </a:xfrm>
        </p:spPr>
        <p:txBody>
          <a:bodyPr vert="horz" lIns="91440" tIns="45720" rIns="91440" bIns="45720" rtlCol="0" anchor="ctr">
            <a:normAutofit/>
          </a:bodyPr>
          <a:lstStyle/>
          <a:p>
            <a:pPr algn="r"/>
            <a:r>
              <a:rPr lang="en-US" kern="1200">
                <a:solidFill>
                  <a:schemeClr val="accent1"/>
                </a:solidFill>
                <a:latin typeface="+mj-lt"/>
                <a:ea typeface="+mj-ea"/>
                <a:cs typeface="+mj-cs"/>
              </a:rPr>
              <a:t>List style (some small stuff)</a:t>
            </a:r>
          </a:p>
        </p:txBody>
      </p:sp>
      <p:cxnSp>
        <p:nvCxnSpPr>
          <p:cNvPr id="16" name="Straight Connector 10">
            <a:extLst>
              <a:ext uri="{FF2B5EF4-FFF2-40B4-BE49-F238E27FC236}">
                <a16:creationId xmlns:a16="http://schemas.microsoft.com/office/drawing/2014/main" id="{5021601D-2758-4B15-A31C-FDA184C51B3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2057400"/>
            <a:ext cx="0" cy="274320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C4188A98-5742-5519-01C6-E4740AD3955F}"/>
              </a:ext>
            </a:extLst>
          </p:cNvPr>
          <p:cNvSpPr>
            <a:spLocks noGrp="1"/>
          </p:cNvSpPr>
          <p:nvPr>
            <p:ph idx="1"/>
          </p:nvPr>
        </p:nvSpPr>
        <p:spPr>
          <a:xfrm>
            <a:off x="4976030" y="963507"/>
            <a:ext cx="6250940" cy="2304627"/>
          </a:xfrm>
        </p:spPr>
        <p:txBody>
          <a:bodyPr vert="horz" lIns="91440" tIns="45720" rIns="91440" bIns="45720" rtlCol="0" anchor="b">
            <a:normAutofit/>
          </a:bodyPr>
          <a:lstStyle/>
          <a:p>
            <a:r>
              <a:rPr lang="en-US" sz="2000" dirty="0"/>
              <a:t>There is many </a:t>
            </a:r>
            <a:r>
              <a:rPr lang="en-US" sz="2000" i="0" dirty="0">
                <a:effectLst/>
              </a:rPr>
              <a:t>list-style-type including image with </a:t>
            </a:r>
            <a:r>
              <a:rPr lang="en-US" sz="2000" i="0" dirty="0" err="1">
                <a:effectLst/>
              </a:rPr>
              <a:t>url</a:t>
            </a:r>
            <a:r>
              <a:rPr lang="en-US" sz="2000" i="0" dirty="0">
                <a:effectLst/>
              </a:rPr>
              <a:t> (example : </a:t>
            </a:r>
            <a:r>
              <a:rPr lang="en-US" sz="2000" i="0" dirty="0">
                <a:effectLst/>
                <a:hlinkClick r:id="rId2"/>
              </a:rPr>
              <a:t>https://www.w3schools.com/css/tryit.asp?filename=trycss_list-style</a:t>
            </a:r>
            <a:r>
              <a:rPr lang="en-US" sz="2000" i="0" dirty="0">
                <a:effectLst/>
              </a:rPr>
              <a:t>)</a:t>
            </a:r>
          </a:p>
          <a:p>
            <a:endParaRPr lang="en-US" sz="2000" dirty="0"/>
          </a:p>
        </p:txBody>
      </p:sp>
      <p:sp>
        <p:nvSpPr>
          <p:cNvPr id="4" name="TextBox 3">
            <a:extLst>
              <a:ext uri="{FF2B5EF4-FFF2-40B4-BE49-F238E27FC236}">
                <a16:creationId xmlns:a16="http://schemas.microsoft.com/office/drawing/2014/main" id="{1ECC2679-AC88-FE34-E481-18A8A8E24994}"/>
              </a:ext>
            </a:extLst>
          </p:cNvPr>
          <p:cNvSpPr txBox="1"/>
          <p:nvPr/>
        </p:nvSpPr>
        <p:spPr>
          <a:xfrm>
            <a:off x="838200" y="701964"/>
            <a:ext cx="10388770" cy="5192530"/>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endParaRPr lang="en-US" sz="2000" b="0" i="0" dirty="0">
              <a:effectLst/>
            </a:endParaRPr>
          </a:p>
        </p:txBody>
      </p:sp>
    </p:spTree>
    <p:extLst>
      <p:ext uri="{BB962C8B-B14F-4D97-AF65-F5344CB8AC3E}">
        <p14:creationId xmlns:p14="http://schemas.microsoft.com/office/powerpoint/2010/main" val="2685897824"/>
      </p:ext>
    </p:extLst>
  </p:cSld>
  <p:clrMapOvr>
    <a:masterClrMapping/>
  </p:clrMapOvr>
  <p:transition spd="slow">
    <p:comb/>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DF864563-A4CA-CA44-487B-D7DD921F189F}"/>
              </a:ext>
            </a:extLst>
          </p:cNvPr>
          <p:cNvSpPr>
            <a:spLocks noGrp="1"/>
          </p:cNvSpPr>
          <p:nvPr>
            <p:ph type="title"/>
          </p:nvPr>
        </p:nvSpPr>
        <p:spPr>
          <a:xfrm>
            <a:off x="640080" y="1243013"/>
            <a:ext cx="3855720" cy="4371974"/>
          </a:xfrm>
        </p:spPr>
        <p:txBody>
          <a:bodyPr>
            <a:normAutofit/>
          </a:bodyPr>
          <a:lstStyle/>
          <a:p>
            <a:r>
              <a:rPr lang="en-US" sz="3600">
                <a:solidFill>
                  <a:schemeClr val="tx2"/>
                </a:solidFill>
              </a:rPr>
              <a:t>M</a:t>
            </a:r>
            <a:r>
              <a:rPr lang="en-IL" sz="3600">
                <a:solidFill>
                  <a:schemeClr val="tx2"/>
                </a:solidFill>
              </a:rPr>
              <a:t>ore option to style it </a:t>
            </a:r>
          </a:p>
        </p:txBody>
      </p:sp>
      <p:sp>
        <p:nvSpPr>
          <p:cNvPr id="3" name="Content Placeholder 2">
            <a:extLst>
              <a:ext uri="{FF2B5EF4-FFF2-40B4-BE49-F238E27FC236}">
                <a16:creationId xmlns:a16="http://schemas.microsoft.com/office/drawing/2014/main" id="{8C21FAFC-E1C3-3F10-3661-7834B1210BCA}"/>
              </a:ext>
            </a:extLst>
          </p:cNvPr>
          <p:cNvSpPr>
            <a:spLocks noGrp="1"/>
          </p:cNvSpPr>
          <p:nvPr>
            <p:ph idx="1"/>
          </p:nvPr>
        </p:nvSpPr>
        <p:spPr>
          <a:xfrm>
            <a:off x="6172200" y="804672"/>
            <a:ext cx="5221224" cy="5230368"/>
          </a:xfrm>
        </p:spPr>
        <p:txBody>
          <a:bodyPr anchor="ctr">
            <a:normAutofit/>
          </a:bodyPr>
          <a:lstStyle/>
          <a:p>
            <a:pPr indent="-228600">
              <a:spcAft>
                <a:spcPts val="600"/>
              </a:spcAft>
              <a:buFont typeface="Arial" panose="020B0604020202020204" pitchFamily="34" charset="0"/>
              <a:buChar char="•"/>
            </a:pPr>
            <a:r>
              <a:rPr lang="en-US" sz="1100" b="0" i="0">
                <a:solidFill>
                  <a:schemeClr val="tx2"/>
                </a:solidFill>
                <a:effectLst/>
              </a:rPr>
              <a:t>The list-style-type property can accept the following values:</a:t>
            </a:r>
          </a:p>
          <a:p>
            <a:pPr indent="-228600">
              <a:spcAft>
                <a:spcPts val="600"/>
              </a:spcAft>
              <a:buFont typeface="Arial" panose="020B0604020202020204" pitchFamily="34" charset="0"/>
              <a:buChar char="•"/>
            </a:pPr>
            <a:r>
              <a:rPr lang="en-US" sz="1100" b="0" i="0">
                <a:solidFill>
                  <a:schemeClr val="tx2"/>
                </a:solidFill>
                <a:effectLst/>
              </a:rPr>
              <a:t>disc: A filled circle (default value for ul elements)</a:t>
            </a:r>
          </a:p>
          <a:p>
            <a:pPr indent="-228600">
              <a:spcAft>
                <a:spcPts val="600"/>
              </a:spcAft>
              <a:buFont typeface="Arial" panose="020B0604020202020204" pitchFamily="34" charset="0"/>
              <a:buChar char="•"/>
            </a:pPr>
            <a:r>
              <a:rPr lang="en-US" sz="1100" b="0" i="0">
                <a:solidFill>
                  <a:schemeClr val="tx2"/>
                </a:solidFill>
                <a:effectLst/>
              </a:rPr>
              <a:t>circle: A hollow circle</a:t>
            </a:r>
          </a:p>
          <a:p>
            <a:pPr indent="-228600">
              <a:spcAft>
                <a:spcPts val="600"/>
              </a:spcAft>
              <a:buFont typeface="Arial" panose="020B0604020202020204" pitchFamily="34" charset="0"/>
              <a:buChar char="•"/>
            </a:pPr>
            <a:r>
              <a:rPr lang="en-US" sz="1100" b="0" i="0">
                <a:solidFill>
                  <a:schemeClr val="tx2"/>
                </a:solidFill>
                <a:effectLst/>
              </a:rPr>
              <a:t>square: A square</a:t>
            </a:r>
          </a:p>
          <a:p>
            <a:pPr indent="-228600">
              <a:spcAft>
                <a:spcPts val="600"/>
              </a:spcAft>
              <a:buFont typeface="Arial" panose="020B0604020202020204" pitchFamily="34" charset="0"/>
              <a:buChar char="•"/>
            </a:pPr>
            <a:r>
              <a:rPr lang="en-US" sz="1100" b="0" i="0">
                <a:solidFill>
                  <a:schemeClr val="tx2"/>
                </a:solidFill>
                <a:effectLst/>
              </a:rPr>
              <a:t>decimal: A decimal number (default value for ol elements)</a:t>
            </a:r>
          </a:p>
          <a:p>
            <a:pPr indent="-228600">
              <a:spcAft>
                <a:spcPts val="600"/>
              </a:spcAft>
              <a:buFont typeface="Arial" panose="020B0604020202020204" pitchFamily="34" charset="0"/>
              <a:buChar char="•"/>
            </a:pPr>
            <a:r>
              <a:rPr lang="en-US" sz="1100" b="0" i="0">
                <a:solidFill>
                  <a:schemeClr val="tx2"/>
                </a:solidFill>
                <a:effectLst/>
              </a:rPr>
              <a:t>decimal-leading-zero: A decimal number with a leading zero for values less than 10</a:t>
            </a:r>
          </a:p>
          <a:p>
            <a:pPr indent="-228600">
              <a:spcAft>
                <a:spcPts val="600"/>
              </a:spcAft>
              <a:buFont typeface="Arial" panose="020B0604020202020204" pitchFamily="34" charset="0"/>
              <a:buChar char="•"/>
            </a:pPr>
            <a:r>
              <a:rPr lang="en-US" sz="1100" b="0" i="0">
                <a:solidFill>
                  <a:schemeClr val="tx2"/>
                </a:solidFill>
                <a:effectLst/>
              </a:rPr>
              <a:t>lower-roman: Lowercase Roman numerals</a:t>
            </a:r>
          </a:p>
          <a:p>
            <a:pPr indent="-228600">
              <a:spcAft>
                <a:spcPts val="600"/>
              </a:spcAft>
              <a:buFont typeface="Arial" panose="020B0604020202020204" pitchFamily="34" charset="0"/>
              <a:buChar char="•"/>
            </a:pPr>
            <a:r>
              <a:rPr lang="en-US" sz="1100" b="0" i="0">
                <a:solidFill>
                  <a:schemeClr val="tx2"/>
                </a:solidFill>
                <a:effectLst/>
              </a:rPr>
              <a:t>upper-roman: Uppercase Roman numerals</a:t>
            </a:r>
          </a:p>
          <a:p>
            <a:pPr indent="-228600">
              <a:spcAft>
                <a:spcPts val="600"/>
              </a:spcAft>
              <a:buFont typeface="Arial" panose="020B0604020202020204" pitchFamily="34" charset="0"/>
              <a:buChar char="•"/>
            </a:pPr>
            <a:r>
              <a:rPr lang="en-US" sz="1100" b="0" i="0">
                <a:solidFill>
                  <a:schemeClr val="tx2"/>
                </a:solidFill>
                <a:effectLst/>
              </a:rPr>
              <a:t>lower-greek: Lowercase Greek letters</a:t>
            </a:r>
          </a:p>
          <a:p>
            <a:pPr indent="-228600">
              <a:spcAft>
                <a:spcPts val="600"/>
              </a:spcAft>
              <a:buFont typeface="Arial" panose="020B0604020202020204" pitchFamily="34" charset="0"/>
              <a:buChar char="•"/>
            </a:pPr>
            <a:r>
              <a:rPr lang="en-US" sz="1100" b="0" i="0">
                <a:solidFill>
                  <a:schemeClr val="tx2"/>
                </a:solidFill>
                <a:effectLst/>
              </a:rPr>
              <a:t>upper-latin: Uppercase ASCII letters</a:t>
            </a:r>
          </a:p>
          <a:p>
            <a:pPr indent="-228600">
              <a:spcAft>
                <a:spcPts val="600"/>
              </a:spcAft>
              <a:buFont typeface="Arial" panose="020B0604020202020204" pitchFamily="34" charset="0"/>
              <a:buChar char="•"/>
            </a:pPr>
            <a:r>
              <a:rPr lang="en-US" sz="1100" b="0" i="0">
                <a:solidFill>
                  <a:schemeClr val="tx2"/>
                </a:solidFill>
                <a:effectLst/>
              </a:rPr>
              <a:t>armenian: Armenian numbering</a:t>
            </a:r>
          </a:p>
          <a:p>
            <a:pPr indent="-228600">
              <a:spcAft>
                <a:spcPts val="600"/>
              </a:spcAft>
              <a:buFont typeface="Arial" panose="020B0604020202020204" pitchFamily="34" charset="0"/>
              <a:buChar char="•"/>
            </a:pPr>
            <a:r>
              <a:rPr lang="en-US" sz="1100" b="0" i="0">
                <a:solidFill>
                  <a:schemeClr val="tx2"/>
                </a:solidFill>
                <a:effectLst/>
              </a:rPr>
              <a:t>georgian: Georgian numbering</a:t>
            </a:r>
          </a:p>
          <a:p>
            <a:pPr indent="-228600">
              <a:spcAft>
                <a:spcPts val="600"/>
              </a:spcAft>
              <a:buFont typeface="Arial" panose="020B0604020202020204" pitchFamily="34" charset="0"/>
              <a:buChar char="•"/>
            </a:pPr>
            <a:r>
              <a:rPr lang="en-US" sz="1100" b="0" i="0">
                <a:solidFill>
                  <a:schemeClr val="tx2"/>
                </a:solidFill>
                <a:effectLst/>
              </a:rPr>
              <a:t>lower-alpha: Lowercase ASCII letters (same as lower-latin)</a:t>
            </a:r>
          </a:p>
          <a:p>
            <a:pPr indent="-228600">
              <a:spcAft>
                <a:spcPts val="600"/>
              </a:spcAft>
              <a:buFont typeface="Arial" panose="020B0604020202020204" pitchFamily="34" charset="0"/>
              <a:buChar char="•"/>
            </a:pPr>
            <a:r>
              <a:rPr lang="en-US" sz="1100" b="0" i="0">
                <a:solidFill>
                  <a:schemeClr val="tx2"/>
                </a:solidFill>
                <a:effectLst/>
              </a:rPr>
              <a:t>upper-alpha: Uppercase ASCII letters (same as upper-latin)</a:t>
            </a:r>
          </a:p>
        </p:txBody>
      </p:sp>
    </p:spTree>
    <p:extLst>
      <p:ext uri="{BB962C8B-B14F-4D97-AF65-F5344CB8AC3E}">
        <p14:creationId xmlns:p14="http://schemas.microsoft.com/office/powerpoint/2010/main" val="1686794068"/>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BC99CB9-DDAD-44A2-8A1C-E3AF4E72DF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4053CBF-3932-45FF-8285-EE5146085F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2E751C04-BEA6-446B-A678-9C74819EBD4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8230" y="-8167"/>
            <a:ext cx="4834070" cy="2488150"/>
            <a:chOff x="6867015" y="-1"/>
            <a:chExt cx="5324985" cy="3251912"/>
          </a:xfrm>
          <a:solidFill>
            <a:schemeClr val="bg1">
              <a:alpha val="30000"/>
            </a:schemeClr>
          </a:solidFill>
        </p:grpSpPr>
        <p:sp>
          <p:nvSpPr>
            <p:cNvPr id="13" name="Freeform: Shape 12">
              <a:extLst>
                <a:ext uri="{FF2B5EF4-FFF2-40B4-BE49-F238E27FC236}">
                  <a16:creationId xmlns:a16="http://schemas.microsoft.com/office/drawing/2014/main" id="{2625A013-D9BE-43C4-AF21-6F2B003EFB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F7875715-EC2E-457F-851D-F6C817685F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F7E41CC6-0C83-40EE-80BB-79394D9E9B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00603498-5DFE-4D26-BFB5-C9269C9BDB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52F052D8-108E-0C01-FB42-7BE783C80BDC}"/>
              </a:ext>
            </a:extLst>
          </p:cNvPr>
          <p:cNvSpPr>
            <a:spLocks noGrp="1"/>
          </p:cNvSpPr>
          <p:nvPr>
            <p:ph type="title"/>
          </p:nvPr>
        </p:nvSpPr>
        <p:spPr>
          <a:xfrm>
            <a:off x="3027924" y="991261"/>
            <a:ext cx="5754696" cy="1837349"/>
          </a:xfrm>
        </p:spPr>
        <p:txBody>
          <a:bodyPr>
            <a:normAutofit/>
          </a:bodyPr>
          <a:lstStyle/>
          <a:p>
            <a:pPr algn="ctr"/>
            <a:r>
              <a:rPr lang="en-IL" sz="3600">
                <a:solidFill>
                  <a:schemeClr val="tx2"/>
                </a:solidFill>
              </a:rPr>
              <a:t>The style tag</a:t>
            </a:r>
          </a:p>
        </p:txBody>
      </p:sp>
      <p:sp>
        <p:nvSpPr>
          <p:cNvPr id="3" name="Content Placeholder 2">
            <a:extLst>
              <a:ext uri="{FF2B5EF4-FFF2-40B4-BE49-F238E27FC236}">
                <a16:creationId xmlns:a16="http://schemas.microsoft.com/office/drawing/2014/main" id="{B660E374-B6DA-4C8C-A077-89DDE153EC95}"/>
              </a:ext>
            </a:extLst>
          </p:cNvPr>
          <p:cNvSpPr>
            <a:spLocks noGrp="1"/>
          </p:cNvSpPr>
          <p:nvPr>
            <p:ph idx="1"/>
          </p:nvPr>
        </p:nvSpPr>
        <p:spPr>
          <a:xfrm>
            <a:off x="3050412" y="2979336"/>
            <a:ext cx="5709721" cy="2430864"/>
          </a:xfrm>
        </p:spPr>
        <p:txBody>
          <a:bodyPr anchor="t">
            <a:normAutofit/>
          </a:bodyPr>
          <a:lstStyle/>
          <a:p>
            <a:r>
              <a:rPr lang="en-US" sz="1100" b="0" i="0" dirty="0">
                <a:solidFill>
                  <a:schemeClr val="tx2"/>
                </a:solidFill>
                <a:effectLst/>
                <a:latin typeface="Söhne"/>
              </a:rPr>
              <a:t>The </a:t>
            </a:r>
            <a:r>
              <a:rPr lang="en-US" sz="1100" dirty="0">
                <a:solidFill>
                  <a:schemeClr val="tx2"/>
                </a:solidFill>
              </a:rPr>
              <a:t>style</a:t>
            </a:r>
            <a:r>
              <a:rPr lang="en-US" sz="1100" b="0" i="0" dirty="0">
                <a:solidFill>
                  <a:schemeClr val="tx2"/>
                </a:solidFill>
                <a:effectLst/>
                <a:latin typeface="Söhne"/>
              </a:rPr>
              <a:t> tag is an HTML tag that is used to define style information for an HTML document. The </a:t>
            </a:r>
            <a:r>
              <a:rPr lang="en-US" sz="1100" dirty="0">
                <a:solidFill>
                  <a:schemeClr val="tx2"/>
                </a:solidFill>
              </a:rPr>
              <a:t>style</a:t>
            </a:r>
            <a:r>
              <a:rPr lang="en-US" sz="1100" b="0" i="0" dirty="0">
                <a:solidFill>
                  <a:schemeClr val="tx2"/>
                </a:solidFill>
                <a:effectLst/>
                <a:latin typeface="Söhne"/>
              </a:rPr>
              <a:t> tag should be placed in the head of the document, and it can contain CSS styles that apply to the entire document or to specific elements on the page.</a:t>
            </a:r>
          </a:p>
          <a:p>
            <a:r>
              <a:rPr lang="en-US" sz="1100" b="0" i="0" dirty="0">
                <a:solidFill>
                  <a:schemeClr val="tx2"/>
                </a:solidFill>
                <a:effectLst/>
                <a:latin typeface="Söhne Mono"/>
              </a:rPr>
              <a:t>&lt;style&gt; </a:t>
            </a:r>
          </a:p>
          <a:p>
            <a:pPr marL="457200" lvl="1" indent="0">
              <a:buNone/>
            </a:pPr>
            <a:r>
              <a:rPr lang="en-US" sz="1100" b="0" i="0" dirty="0">
                <a:solidFill>
                  <a:schemeClr val="tx2"/>
                </a:solidFill>
                <a:effectLst/>
                <a:latin typeface="Söhne Mono"/>
              </a:rPr>
              <a:t>body { </a:t>
            </a:r>
          </a:p>
          <a:p>
            <a:pPr marL="457200" lvl="1" indent="0">
              <a:buNone/>
            </a:pPr>
            <a:r>
              <a:rPr lang="en-US" sz="1100" dirty="0">
                <a:solidFill>
                  <a:schemeClr val="tx2"/>
                </a:solidFill>
                <a:latin typeface="Söhne Mono"/>
              </a:rPr>
              <a:t>	</a:t>
            </a:r>
            <a:r>
              <a:rPr lang="en-US" sz="1100" b="0" i="0" dirty="0">
                <a:solidFill>
                  <a:schemeClr val="tx2"/>
                </a:solidFill>
                <a:effectLst/>
                <a:latin typeface="Söhne Mono"/>
              </a:rPr>
              <a:t>background-color: #</a:t>
            </a:r>
            <a:r>
              <a:rPr lang="en-US" sz="1100" b="0" i="0" dirty="0" err="1">
                <a:solidFill>
                  <a:schemeClr val="tx2"/>
                </a:solidFill>
                <a:effectLst/>
                <a:latin typeface="Söhne Mono"/>
              </a:rPr>
              <a:t>ffffff</a:t>
            </a:r>
            <a:r>
              <a:rPr lang="en-US" sz="1100" b="0" i="0" dirty="0">
                <a:solidFill>
                  <a:schemeClr val="tx2"/>
                </a:solidFill>
                <a:effectLst/>
                <a:latin typeface="Söhne Mono"/>
              </a:rPr>
              <a:t>;</a:t>
            </a:r>
          </a:p>
          <a:p>
            <a:pPr marL="457200" lvl="1" indent="0">
              <a:buNone/>
            </a:pPr>
            <a:r>
              <a:rPr lang="en-US" sz="1100" b="0" i="0" dirty="0">
                <a:solidFill>
                  <a:schemeClr val="tx2"/>
                </a:solidFill>
                <a:effectLst/>
                <a:latin typeface="Söhne Mono"/>
              </a:rPr>
              <a:t>} </a:t>
            </a:r>
          </a:p>
          <a:p>
            <a:pPr marL="457200" lvl="1" indent="0">
              <a:buNone/>
            </a:pPr>
            <a:r>
              <a:rPr lang="en-US" sz="1100" b="0" i="0" dirty="0">
                <a:solidFill>
                  <a:schemeClr val="tx2"/>
                </a:solidFill>
                <a:effectLst/>
                <a:latin typeface="Söhne Mono"/>
              </a:rPr>
              <a:t>h1 { </a:t>
            </a:r>
          </a:p>
          <a:p>
            <a:pPr marL="457200" lvl="1" indent="0">
              <a:buNone/>
            </a:pPr>
            <a:r>
              <a:rPr lang="en-US" sz="1100" dirty="0">
                <a:solidFill>
                  <a:schemeClr val="tx2"/>
                </a:solidFill>
                <a:latin typeface="Söhne Mono"/>
              </a:rPr>
              <a:t>	</a:t>
            </a:r>
            <a:r>
              <a:rPr lang="en-US" sz="1100" b="0" i="0" dirty="0">
                <a:solidFill>
                  <a:schemeClr val="tx2"/>
                </a:solidFill>
                <a:effectLst/>
                <a:latin typeface="Söhne Mono"/>
              </a:rPr>
              <a:t>color: #000000;</a:t>
            </a:r>
          </a:p>
          <a:p>
            <a:pPr marL="457200" lvl="1" indent="0">
              <a:buNone/>
            </a:pPr>
            <a:r>
              <a:rPr lang="en-US" sz="1100" b="0" i="0" dirty="0">
                <a:solidFill>
                  <a:schemeClr val="tx2"/>
                </a:solidFill>
                <a:effectLst/>
                <a:latin typeface="Söhne Mono"/>
              </a:rPr>
              <a:t>	font-size: 24px;</a:t>
            </a:r>
          </a:p>
          <a:p>
            <a:pPr marL="457200" lvl="1" indent="0">
              <a:buNone/>
            </a:pPr>
            <a:r>
              <a:rPr lang="en-US" sz="1100" dirty="0">
                <a:solidFill>
                  <a:schemeClr val="tx2"/>
                </a:solidFill>
                <a:latin typeface="Söhne Mono"/>
              </a:rPr>
              <a:t>}</a:t>
            </a:r>
            <a:endParaRPr lang="en-IL" sz="1100" dirty="0">
              <a:solidFill>
                <a:schemeClr val="tx2"/>
              </a:solidFill>
            </a:endParaRPr>
          </a:p>
        </p:txBody>
      </p:sp>
      <p:grpSp>
        <p:nvGrpSpPr>
          <p:cNvPr id="18" name="Group 17">
            <a:extLst>
              <a:ext uri="{FF2B5EF4-FFF2-40B4-BE49-F238E27FC236}">
                <a16:creationId xmlns:a16="http://schemas.microsoft.com/office/drawing/2014/main" id="{B63ACBA3-DEFD-4C6D-BBA0-64468FA99C2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058275" y="4146310"/>
            <a:ext cx="3142400" cy="2716805"/>
            <a:chOff x="-305" y="-4155"/>
            <a:chExt cx="2514948" cy="2174333"/>
          </a:xfrm>
          <a:solidFill>
            <a:schemeClr val="bg1">
              <a:alpha val="30000"/>
            </a:schemeClr>
          </a:solidFill>
        </p:grpSpPr>
        <p:sp>
          <p:nvSpPr>
            <p:cNvPr id="19" name="Freeform: Shape 18">
              <a:extLst>
                <a:ext uri="{FF2B5EF4-FFF2-40B4-BE49-F238E27FC236}">
                  <a16:creationId xmlns:a16="http://schemas.microsoft.com/office/drawing/2014/main" id="{62F7819D-2B89-4D80-A1C3-8B318116BA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B7065990-2350-41B3-858B-20EF8744F2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58DA7EC7-CAA0-4665-AA29-BFBA806ECA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2" name="Freeform: Shape 21">
              <a:extLst>
                <a:ext uri="{FF2B5EF4-FFF2-40B4-BE49-F238E27FC236}">
                  <a16:creationId xmlns:a16="http://schemas.microsoft.com/office/drawing/2014/main" id="{B1132A14-489F-4CED-B626-2A1711C987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19769981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7BF42CA-AD55-48B4-8949-C4DCA60A6A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6AE1D3D-3106-4CB2-AA7C-0C1642AC0F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0A31B6AF-B711-4CDB-8C2B-16E963DDC4C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137" y="0"/>
            <a:ext cx="5646974" cy="6483075"/>
            <a:chOff x="-19221" y="0"/>
            <a:chExt cx="5646974" cy="6483075"/>
          </a:xfrm>
        </p:grpSpPr>
        <p:sp>
          <p:nvSpPr>
            <p:cNvPr id="13" name="Freeform: Shape 12">
              <a:extLst>
                <a:ext uri="{FF2B5EF4-FFF2-40B4-BE49-F238E27FC236}">
                  <a16:creationId xmlns:a16="http://schemas.microsoft.com/office/drawing/2014/main" id="{CA818331-E13C-49C6-B98D-A60AD0E85A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116610"/>
              <a:ext cx="5535001" cy="6250127"/>
            </a:xfrm>
            <a:custGeom>
              <a:avLst/>
              <a:gdLst>
                <a:gd name="connsiteX0" fmla="*/ 2510242 w 5535001"/>
                <a:gd name="connsiteY0" fmla="*/ 174 h 6250127"/>
                <a:gd name="connsiteX1" fmla="*/ 2550551 w 5535001"/>
                <a:gd name="connsiteY1" fmla="*/ 510 h 6250127"/>
                <a:gd name="connsiteX2" fmla="*/ 2629490 w 5535001"/>
                <a:gd name="connsiteY2" fmla="*/ 3757 h 6250127"/>
                <a:gd name="connsiteX3" fmla="*/ 2708317 w 5535001"/>
                <a:gd name="connsiteY3" fmla="*/ 7229 h 6250127"/>
                <a:gd name="connsiteX4" fmla="*/ 2787256 w 5535001"/>
                <a:gd name="connsiteY4" fmla="*/ 14619 h 6250127"/>
                <a:gd name="connsiteX5" fmla="*/ 3408467 w 5535001"/>
                <a:gd name="connsiteY5" fmla="*/ 145064 h 6250127"/>
                <a:gd name="connsiteX6" fmla="*/ 3557723 w 5535001"/>
                <a:gd name="connsiteY6" fmla="*/ 199593 h 6250127"/>
                <a:gd name="connsiteX7" fmla="*/ 3594337 w 5535001"/>
                <a:gd name="connsiteY7" fmla="*/ 214597 h 6250127"/>
                <a:gd name="connsiteX8" fmla="*/ 3630616 w 5535001"/>
                <a:gd name="connsiteY8" fmla="*/ 230385 h 6250127"/>
                <a:gd name="connsiteX9" fmla="*/ 3703172 w 5535001"/>
                <a:gd name="connsiteY9" fmla="*/ 262073 h 6250127"/>
                <a:gd name="connsiteX10" fmla="*/ 3739003 w 5535001"/>
                <a:gd name="connsiteY10" fmla="*/ 278756 h 6250127"/>
                <a:gd name="connsiteX11" fmla="*/ 3756806 w 5535001"/>
                <a:gd name="connsiteY11" fmla="*/ 287266 h 6250127"/>
                <a:gd name="connsiteX12" fmla="*/ 3773714 w 5535001"/>
                <a:gd name="connsiteY12" fmla="*/ 297567 h 6250127"/>
                <a:gd name="connsiteX13" fmla="*/ 3840784 w 5535001"/>
                <a:gd name="connsiteY13" fmla="*/ 339332 h 6250127"/>
                <a:gd name="connsiteX14" fmla="*/ 3873927 w 5535001"/>
                <a:gd name="connsiteY14" fmla="*/ 360495 h 6250127"/>
                <a:gd name="connsiteX15" fmla="*/ 3906062 w 5535001"/>
                <a:gd name="connsiteY15" fmla="*/ 383001 h 6250127"/>
                <a:gd name="connsiteX16" fmla="*/ 3969662 w 5535001"/>
                <a:gd name="connsiteY16" fmla="*/ 428572 h 6250127"/>
                <a:gd name="connsiteX17" fmla="*/ 4423029 w 5535001"/>
                <a:gd name="connsiteY17" fmla="*/ 837600 h 6250127"/>
                <a:gd name="connsiteX18" fmla="*/ 4474647 w 5535001"/>
                <a:gd name="connsiteY18" fmla="*/ 891569 h 6250127"/>
                <a:gd name="connsiteX19" fmla="*/ 4524250 w 5535001"/>
                <a:gd name="connsiteY19" fmla="*/ 946883 h 6250127"/>
                <a:gd name="connsiteX20" fmla="*/ 4573965 w 5535001"/>
                <a:gd name="connsiteY20" fmla="*/ 1001748 h 6250127"/>
                <a:gd name="connsiteX21" fmla="*/ 4622224 w 5535001"/>
                <a:gd name="connsiteY21" fmla="*/ 1057509 h 6250127"/>
                <a:gd name="connsiteX22" fmla="*/ 4717510 w 5535001"/>
                <a:gd name="connsiteY22" fmla="*/ 1169143 h 6250127"/>
                <a:gd name="connsiteX23" fmla="*/ 4764986 w 5535001"/>
                <a:gd name="connsiteY23" fmla="*/ 1224681 h 6250127"/>
                <a:gd name="connsiteX24" fmla="*/ 4813021 w 5535001"/>
                <a:gd name="connsiteY24" fmla="*/ 1279994 h 6250127"/>
                <a:gd name="connsiteX25" fmla="*/ 5001915 w 5535001"/>
                <a:gd name="connsiteY25" fmla="*/ 1506846 h 6250127"/>
                <a:gd name="connsiteX26" fmla="*/ 5170542 w 5535001"/>
                <a:gd name="connsiteY26" fmla="*/ 1751165 h 6250127"/>
                <a:gd name="connsiteX27" fmla="*/ 5428969 w 5535001"/>
                <a:gd name="connsiteY27" fmla="*/ 2293660 h 6250127"/>
                <a:gd name="connsiteX28" fmla="*/ 5534893 w 5535001"/>
                <a:gd name="connsiteY28" fmla="*/ 2899307 h 6250127"/>
                <a:gd name="connsiteX29" fmla="*/ 5508804 w 5535001"/>
                <a:gd name="connsiteY29" fmla="*/ 3211144 h 6250127"/>
                <a:gd name="connsiteX30" fmla="*/ 5426282 w 5535001"/>
                <a:gd name="connsiteY30" fmla="*/ 3513352 h 6250127"/>
                <a:gd name="connsiteX31" fmla="*/ 5248250 w 5535001"/>
                <a:gd name="connsiteY31" fmla="*/ 4030542 h 6250127"/>
                <a:gd name="connsiteX32" fmla="*/ 5208612 w 5535001"/>
                <a:gd name="connsiteY32" fmla="*/ 4161771 h 6250127"/>
                <a:gd name="connsiteX33" fmla="*/ 5170318 w 5535001"/>
                <a:gd name="connsiteY33" fmla="*/ 4294680 h 6250127"/>
                <a:gd name="connsiteX34" fmla="*/ 5132248 w 5535001"/>
                <a:gd name="connsiteY34" fmla="*/ 4430164 h 6250127"/>
                <a:gd name="connsiteX35" fmla="*/ 5112765 w 5535001"/>
                <a:gd name="connsiteY35" fmla="*/ 4498914 h 6250127"/>
                <a:gd name="connsiteX36" fmla="*/ 5091715 w 5535001"/>
                <a:gd name="connsiteY36" fmla="*/ 4569119 h 6250127"/>
                <a:gd name="connsiteX37" fmla="*/ 5068985 w 5535001"/>
                <a:gd name="connsiteY37" fmla="*/ 4640220 h 6250127"/>
                <a:gd name="connsiteX38" fmla="*/ 5043904 w 5535001"/>
                <a:gd name="connsiteY38" fmla="*/ 4712105 h 6250127"/>
                <a:gd name="connsiteX39" fmla="*/ 5015799 w 5535001"/>
                <a:gd name="connsiteY39" fmla="*/ 4784438 h 6250127"/>
                <a:gd name="connsiteX40" fmla="*/ 4982880 w 5535001"/>
                <a:gd name="connsiteY40" fmla="*/ 4856435 h 6250127"/>
                <a:gd name="connsiteX41" fmla="*/ 4817276 w 5535001"/>
                <a:gd name="connsiteY41" fmla="*/ 5125275 h 6250127"/>
                <a:gd name="connsiteX42" fmla="*/ 4618753 w 5535001"/>
                <a:gd name="connsiteY42" fmla="*/ 5355374 h 6250127"/>
                <a:gd name="connsiteX43" fmla="*/ 4566575 w 5535001"/>
                <a:gd name="connsiteY43" fmla="*/ 5408560 h 6250127"/>
                <a:gd name="connsiteX44" fmla="*/ 4513837 w 5535001"/>
                <a:gd name="connsiteY44" fmla="*/ 5461186 h 6250127"/>
                <a:gd name="connsiteX45" fmla="*/ 4459531 w 5535001"/>
                <a:gd name="connsiteY45" fmla="*/ 5512580 h 6250127"/>
                <a:gd name="connsiteX46" fmla="*/ 4404554 w 5535001"/>
                <a:gd name="connsiteY46" fmla="*/ 5563526 h 6250127"/>
                <a:gd name="connsiteX47" fmla="*/ 4348009 w 5535001"/>
                <a:gd name="connsiteY47" fmla="*/ 5613017 h 6250127"/>
                <a:gd name="connsiteX48" fmla="*/ 4290568 w 5535001"/>
                <a:gd name="connsiteY48" fmla="*/ 5661948 h 6250127"/>
                <a:gd name="connsiteX49" fmla="*/ 4276124 w 5535001"/>
                <a:gd name="connsiteY49" fmla="*/ 5674153 h 6250127"/>
                <a:gd name="connsiteX50" fmla="*/ 4261120 w 5535001"/>
                <a:gd name="connsiteY50" fmla="*/ 5685798 h 6250127"/>
                <a:gd name="connsiteX51" fmla="*/ 4231112 w 5535001"/>
                <a:gd name="connsiteY51" fmla="*/ 5708976 h 6250127"/>
                <a:gd name="connsiteX52" fmla="*/ 4170984 w 5535001"/>
                <a:gd name="connsiteY52" fmla="*/ 5755443 h 6250127"/>
                <a:gd name="connsiteX53" fmla="*/ 4046025 w 5535001"/>
                <a:gd name="connsiteY53" fmla="*/ 5843228 h 6250127"/>
                <a:gd name="connsiteX54" fmla="*/ 3915356 w 5535001"/>
                <a:gd name="connsiteY54" fmla="*/ 5923735 h 6250127"/>
                <a:gd name="connsiteX55" fmla="*/ 3346323 w 5535001"/>
                <a:gd name="connsiteY55" fmla="*/ 6158872 h 6250127"/>
                <a:gd name="connsiteX56" fmla="*/ 2743476 w 5535001"/>
                <a:gd name="connsiteY56" fmla="*/ 6247328 h 6250127"/>
                <a:gd name="connsiteX57" fmla="*/ 2668120 w 5535001"/>
                <a:gd name="connsiteY57" fmla="*/ 6249344 h 6250127"/>
                <a:gd name="connsiteX58" fmla="*/ 2630498 w 5535001"/>
                <a:gd name="connsiteY58" fmla="*/ 6250127 h 6250127"/>
                <a:gd name="connsiteX59" fmla="*/ 2592988 w 5535001"/>
                <a:gd name="connsiteY59" fmla="*/ 6249568 h 6250127"/>
                <a:gd name="connsiteX60" fmla="*/ 2518080 w 5535001"/>
                <a:gd name="connsiteY60" fmla="*/ 6247777 h 6250127"/>
                <a:gd name="connsiteX61" fmla="*/ 2442948 w 5535001"/>
                <a:gd name="connsiteY61" fmla="*/ 6244529 h 6250127"/>
                <a:gd name="connsiteX62" fmla="*/ 2291676 w 5535001"/>
                <a:gd name="connsiteY62" fmla="*/ 6232213 h 6250127"/>
                <a:gd name="connsiteX63" fmla="*/ 2141412 w 5535001"/>
                <a:gd name="connsiteY63" fmla="*/ 6212394 h 6250127"/>
                <a:gd name="connsiteX64" fmla="*/ 1992715 w 5535001"/>
                <a:gd name="connsiteY64" fmla="*/ 6184961 h 6250127"/>
                <a:gd name="connsiteX65" fmla="*/ 1845811 w 5535001"/>
                <a:gd name="connsiteY65" fmla="*/ 6151034 h 6250127"/>
                <a:gd name="connsiteX66" fmla="*/ 1701033 w 5535001"/>
                <a:gd name="connsiteY66" fmla="*/ 6110724 h 6250127"/>
                <a:gd name="connsiteX67" fmla="*/ 1629484 w 5535001"/>
                <a:gd name="connsiteY67" fmla="*/ 6088219 h 6250127"/>
                <a:gd name="connsiteX68" fmla="*/ 1558383 w 5535001"/>
                <a:gd name="connsiteY68" fmla="*/ 6064929 h 6250127"/>
                <a:gd name="connsiteX69" fmla="*/ 1011968 w 5535001"/>
                <a:gd name="connsiteY69" fmla="*/ 5828896 h 6250127"/>
                <a:gd name="connsiteX70" fmla="*/ 511237 w 5535001"/>
                <a:gd name="connsiteY70" fmla="*/ 5512356 h 6250127"/>
                <a:gd name="connsiteX71" fmla="*/ 395572 w 5535001"/>
                <a:gd name="connsiteY71" fmla="*/ 5419757 h 6250127"/>
                <a:gd name="connsiteX72" fmla="*/ 284722 w 5535001"/>
                <a:gd name="connsiteY72" fmla="*/ 5321559 h 6250127"/>
                <a:gd name="connsiteX73" fmla="*/ 257513 w 5535001"/>
                <a:gd name="connsiteY73" fmla="*/ 5296477 h 6250127"/>
                <a:gd name="connsiteX74" fmla="*/ 243853 w 5535001"/>
                <a:gd name="connsiteY74" fmla="*/ 5283937 h 6250127"/>
                <a:gd name="connsiteX75" fmla="*/ 230752 w 5535001"/>
                <a:gd name="connsiteY75" fmla="*/ 5270836 h 6250127"/>
                <a:gd name="connsiteX76" fmla="*/ 178574 w 5535001"/>
                <a:gd name="connsiteY76" fmla="*/ 5218322 h 6250127"/>
                <a:gd name="connsiteX77" fmla="*/ 126508 w 5535001"/>
                <a:gd name="connsiteY77" fmla="*/ 5165584 h 6250127"/>
                <a:gd name="connsiteX78" fmla="*/ 76345 w 5535001"/>
                <a:gd name="connsiteY78" fmla="*/ 5111167 h 6250127"/>
                <a:gd name="connsiteX79" fmla="*/ 26407 w 5535001"/>
                <a:gd name="connsiteY79" fmla="*/ 5056413 h 6250127"/>
                <a:gd name="connsiteX80" fmla="*/ 0 w 5535001"/>
                <a:gd name="connsiteY80" fmla="*/ 5024776 h 6250127"/>
                <a:gd name="connsiteX81" fmla="*/ 0 w 5535001"/>
                <a:gd name="connsiteY81" fmla="*/ 4492798 h 6250127"/>
                <a:gd name="connsiteX82" fmla="*/ 28534 w 5535001"/>
                <a:gd name="connsiteY82" fmla="*/ 4537879 h 6250127"/>
                <a:gd name="connsiteX83" fmla="*/ 66604 w 5535001"/>
                <a:gd name="connsiteY83" fmla="*/ 4592745 h 6250127"/>
                <a:gd name="connsiteX84" fmla="*/ 104114 w 5535001"/>
                <a:gd name="connsiteY84" fmla="*/ 4647834 h 6250127"/>
                <a:gd name="connsiteX85" fmla="*/ 143751 w 5535001"/>
                <a:gd name="connsiteY85" fmla="*/ 4701580 h 6250127"/>
                <a:gd name="connsiteX86" fmla="*/ 182717 w 5535001"/>
                <a:gd name="connsiteY86" fmla="*/ 4755773 h 6250127"/>
                <a:gd name="connsiteX87" fmla="*/ 223810 w 5535001"/>
                <a:gd name="connsiteY87" fmla="*/ 4808399 h 6250127"/>
                <a:gd name="connsiteX88" fmla="*/ 264679 w 5535001"/>
                <a:gd name="connsiteY88" fmla="*/ 4861249 h 6250127"/>
                <a:gd name="connsiteX89" fmla="*/ 307788 w 5535001"/>
                <a:gd name="connsiteY89" fmla="*/ 4912420 h 6250127"/>
                <a:gd name="connsiteX90" fmla="*/ 351232 w 5535001"/>
                <a:gd name="connsiteY90" fmla="*/ 4963254 h 6250127"/>
                <a:gd name="connsiteX91" fmla="*/ 397028 w 5535001"/>
                <a:gd name="connsiteY91" fmla="*/ 5012185 h 6250127"/>
                <a:gd name="connsiteX92" fmla="*/ 443496 w 5535001"/>
                <a:gd name="connsiteY92" fmla="*/ 5060444 h 6250127"/>
                <a:gd name="connsiteX93" fmla="*/ 455140 w 5535001"/>
                <a:gd name="connsiteY93" fmla="*/ 5072537 h 6250127"/>
                <a:gd name="connsiteX94" fmla="*/ 467345 w 5535001"/>
                <a:gd name="connsiteY94" fmla="*/ 5083958 h 6250127"/>
                <a:gd name="connsiteX95" fmla="*/ 491755 w 5535001"/>
                <a:gd name="connsiteY95" fmla="*/ 5106912 h 6250127"/>
                <a:gd name="connsiteX96" fmla="*/ 540686 w 5535001"/>
                <a:gd name="connsiteY96" fmla="*/ 5152819 h 6250127"/>
                <a:gd name="connsiteX97" fmla="*/ 552890 w 5535001"/>
                <a:gd name="connsiteY97" fmla="*/ 5164353 h 6250127"/>
                <a:gd name="connsiteX98" fmla="*/ 565655 w 5535001"/>
                <a:gd name="connsiteY98" fmla="*/ 5175214 h 6250127"/>
                <a:gd name="connsiteX99" fmla="*/ 591072 w 5535001"/>
                <a:gd name="connsiteY99" fmla="*/ 5197048 h 6250127"/>
                <a:gd name="connsiteX100" fmla="*/ 694197 w 5535001"/>
                <a:gd name="connsiteY100" fmla="*/ 5283041 h 6250127"/>
                <a:gd name="connsiteX101" fmla="*/ 1146221 w 5535001"/>
                <a:gd name="connsiteY101" fmla="*/ 5573716 h 6250127"/>
                <a:gd name="connsiteX102" fmla="*/ 1650982 w 5535001"/>
                <a:gd name="connsiteY102" fmla="*/ 5758130 h 6250127"/>
                <a:gd name="connsiteX103" fmla="*/ 1716485 w 5535001"/>
                <a:gd name="connsiteY103" fmla="*/ 5772798 h 6250127"/>
                <a:gd name="connsiteX104" fmla="*/ 1782211 w 5535001"/>
                <a:gd name="connsiteY104" fmla="*/ 5786235 h 6250127"/>
                <a:gd name="connsiteX105" fmla="*/ 1848386 w 5535001"/>
                <a:gd name="connsiteY105" fmla="*/ 5796984 h 6250127"/>
                <a:gd name="connsiteX106" fmla="*/ 1881417 w 5535001"/>
                <a:gd name="connsiteY106" fmla="*/ 5802359 h 6250127"/>
                <a:gd name="connsiteX107" fmla="*/ 1914560 w 5535001"/>
                <a:gd name="connsiteY107" fmla="*/ 5807061 h 6250127"/>
                <a:gd name="connsiteX108" fmla="*/ 2047469 w 5535001"/>
                <a:gd name="connsiteY108" fmla="*/ 5821282 h 6250127"/>
                <a:gd name="connsiteX109" fmla="*/ 2180601 w 5535001"/>
                <a:gd name="connsiteY109" fmla="*/ 5828896 h 6250127"/>
                <a:gd name="connsiteX110" fmla="*/ 2313622 w 5535001"/>
                <a:gd name="connsiteY110" fmla="*/ 5830463 h 6250127"/>
                <a:gd name="connsiteX111" fmla="*/ 2380021 w 5535001"/>
                <a:gd name="connsiteY111" fmla="*/ 5828448 h 6250127"/>
                <a:gd name="connsiteX112" fmla="*/ 2446195 w 5535001"/>
                <a:gd name="connsiteY112" fmla="*/ 5826433 h 6250127"/>
                <a:gd name="connsiteX113" fmla="*/ 2513041 w 5535001"/>
                <a:gd name="connsiteY113" fmla="*/ 5822737 h 6250127"/>
                <a:gd name="connsiteX114" fmla="*/ 2580111 w 5535001"/>
                <a:gd name="connsiteY114" fmla="*/ 5818258 h 6250127"/>
                <a:gd name="connsiteX115" fmla="*/ 2613590 w 5535001"/>
                <a:gd name="connsiteY115" fmla="*/ 5816355 h 6250127"/>
                <a:gd name="connsiteX116" fmla="*/ 2646845 w 5535001"/>
                <a:gd name="connsiteY116" fmla="*/ 5813108 h 6250127"/>
                <a:gd name="connsiteX117" fmla="*/ 2713244 w 5535001"/>
                <a:gd name="connsiteY117" fmla="*/ 5806838 h 6250127"/>
                <a:gd name="connsiteX118" fmla="*/ 3230882 w 5535001"/>
                <a:gd name="connsiteY118" fmla="*/ 5721292 h 6250127"/>
                <a:gd name="connsiteX119" fmla="*/ 3720416 w 5535001"/>
                <a:gd name="connsiteY119" fmla="*/ 5556472 h 6250127"/>
                <a:gd name="connsiteX120" fmla="*/ 3837425 w 5535001"/>
                <a:gd name="connsiteY120" fmla="*/ 5499927 h 6250127"/>
                <a:gd name="connsiteX121" fmla="*/ 3951634 w 5535001"/>
                <a:gd name="connsiteY121" fmla="*/ 5436552 h 6250127"/>
                <a:gd name="connsiteX122" fmla="*/ 4007284 w 5535001"/>
                <a:gd name="connsiteY122" fmla="*/ 5401841 h 6250127"/>
                <a:gd name="connsiteX123" fmla="*/ 4035164 w 5535001"/>
                <a:gd name="connsiteY123" fmla="*/ 5384374 h 6250127"/>
                <a:gd name="connsiteX124" fmla="*/ 4049049 w 5535001"/>
                <a:gd name="connsiteY124" fmla="*/ 5375640 h 6250127"/>
                <a:gd name="connsiteX125" fmla="*/ 4062485 w 5535001"/>
                <a:gd name="connsiteY125" fmla="*/ 5366123 h 6250127"/>
                <a:gd name="connsiteX126" fmla="*/ 4116567 w 5535001"/>
                <a:gd name="connsiteY126" fmla="*/ 5328277 h 6250127"/>
                <a:gd name="connsiteX127" fmla="*/ 4169976 w 5535001"/>
                <a:gd name="connsiteY127" fmla="*/ 5289199 h 6250127"/>
                <a:gd name="connsiteX128" fmla="*/ 4222042 w 5535001"/>
                <a:gd name="connsiteY128" fmla="*/ 5247994 h 6250127"/>
                <a:gd name="connsiteX129" fmla="*/ 4273213 w 5535001"/>
                <a:gd name="connsiteY129" fmla="*/ 5205558 h 6250127"/>
                <a:gd name="connsiteX130" fmla="*/ 4323151 w 5535001"/>
                <a:gd name="connsiteY130" fmla="*/ 5161329 h 6250127"/>
                <a:gd name="connsiteX131" fmla="*/ 4371971 w 5535001"/>
                <a:gd name="connsiteY131" fmla="*/ 5116093 h 6250127"/>
                <a:gd name="connsiteX132" fmla="*/ 4546868 w 5535001"/>
                <a:gd name="connsiteY132" fmla="*/ 4924400 h 6250127"/>
                <a:gd name="connsiteX133" fmla="*/ 4675634 w 5535001"/>
                <a:gd name="connsiteY133" fmla="*/ 4715352 h 6250127"/>
                <a:gd name="connsiteX134" fmla="*/ 4700155 w 5535001"/>
                <a:gd name="connsiteY134" fmla="*/ 4659255 h 6250127"/>
                <a:gd name="connsiteX135" fmla="*/ 4721206 w 5535001"/>
                <a:gd name="connsiteY135" fmla="*/ 4600135 h 6250127"/>
                <a:gd name="connsiteX136" fmla="*/ 4740465 w 5535001"/>
                <a:gd name="connsiteY136" fmla="*/ 4538887 h 6250127"/>
                <a:gd name="connsiteX137" fmla="*/ 4758492 w 5535001"/>
                <a:gd name="connsiteY137" fmla="*/ 4475848 h 6250127"/>
                <a:gd name="connsiteX138" fmla="*/ 4891288 w 5535001"/>
                <a:gd name="connsiteY138" fmla="*/ 3930329 h 6250127"/>
                <a:gd name="connsiteX139" fmla="*/ 5066298 w 5535001"/>
                <a:gd name="connsiteY139" fmla="*/ 3382235 h 6250127"/>
                <a:gd name="connsiteX140" fmla="*/ 5156994 w 5535001"/>
                <a:gd name="connsiteY140" fmla="*/ 2898635 h 6250127"/>
                <a:gd name="connsiteX141" fmla="*/ 5083317 w 5535001"/>
                <a:gd name="connsiteY141" fmla="*/ 2402047 h 6250127"/>
                <a:gd name="connsiteX142" fmla="*/ 4871022 w 5535001"/>
                <a:gd name="connsiteY142" fmla="*/ 1926958 h 6250127"/>
                <a:gd name="connsiteX143" fmla="*/ 4727028 w 5535001"/>
                <a:gd name="connsiteY143" fmla="*/ 1703577 h 6250127"/>
                <a:gd name="connsiteX144" fmla="*/ 4563776 w 5535001"/>
                <a:gd name="connsiteY144" fmla="*/ 1490834 h 6250127"/>
                <a:gd name="connsiteX145" fmla="*/ 4370291 w 5535001"/>
                <a:gd name="connsiteY145" fmla="*/ 1300596 h 6250127"/>
                <a:gd name="connsiteX146" fmla="*/ 4266046 w 5535001"/>
                <a:gd name="connsiteY146" fmla="*/ 1214491 h 6250127"/>
                <a:gd name="connsiteX147" fmla="*/ 4212973 w 5535001"/>
                <a:gd name="connsiteY147" fmla="*/ 1173062 h 6250127"/>
                <a:gd name="connsiteX148" fmla="*/ 4157995 w 5535001"/>
                <a:gd name="connsiteY148" fmla="*/ 1134545 h 6250127"/>
                <a:gd name="connsiteX149" fmla="*/ 3697126 w 5535001"/>
                <a:gd name="connsiteY149" fmla="*/ 881044 h 6250127"/>
                <a:gd name="connsiteX150" fmla="*/ 3637670 w 5535001"/>
                <a:gd name="connsiteY150" fmla="*/ 856747 h 6250127"/>
                <a:gd name="connsiteX151" fmla="*/ 3608222 w 5535001"/>
                <a:gd name="connsiteY151" fmla="*/ 844318 h 6250127"/>
                <a:gd name="connsiteX152" fmla="*/ 3578214 w 5535001"/>
                <a:gd name="connsiteY152" fmla="*/ 833457 h 6250127"/>
                <a:gd name="connsiteX153" fmla="*/ 3518309 w 5535001"/>
                <a:gd name="connsiteY153" fmla="*/ 812294 h 6250127"/>
                <a:gd name="connsiteX154" fmla="*/ 3503417 w 5535001"/>
                <a:gd name="connsiteY154" fmla="*/ 806920 h 6250127"/>
                <a:gd name="connsiteX155" fmla="*/ 3489533 w 5535001"/>
                <a:gd name="connsiteY155" fmla="*/ 799642 h 6250127"/>
                <a:gd name="connsiteX156" fmla="*/ 3460869 w 5535001"/>
                <a:gd name="connsiteY156" fmla="*/ 787101 h 6250127"/>
                <a:gd name="connsiteX157" fmla="*/ 3402980 w 5535001"/>
                <a:gd name="connsiteY157" fmla="*/ 763475 h 6250127"/>
                <a:gd name="connsiteX158" fmla="*/ 3374092 w 5535001"/>
                <a:gd name="connsiteY158" fmla="*/ 751606 h 6250127"/>
                <a:gd name="connsiteX159" fmla="*/ 3344980 w 5535001"/>
                <a:gd name="connsiteY159" fmla="*/ 740409 h 6250127"/>
                <a:gd name="connsiteX160" fmla="*/ 3226627 w 5535001"/>
                <a:gd name="connsiteY160" fmla="*/ 700772 h 6250127"/>
                <a:gd name="connsiteX161" fmla="*/ 2735750 w 5535001"/>
                <a:gd name="connsiteY161" fmla="*/ 614667 h 6250127"/>
                <a:gd name="connsiteX162" fmla="*/ 2673158 w 5535001"/>
                <a:gd name="connsiteY162" fmla="*/ 610412 h 6250127"/>
                <a:gd name="connsiteX163" fmla="*/ 2610119 w 5535001"/>
                <a:gd name="connsiteY163" fmla="*/ 609628 h 6250127"/>
                <a:gd name="connsiteX164" fmla="*/ 2547080 w 5535001"/>
                <a:gd name="connsiteY164" fmla="*/ 608620 h 6250127"/>
                <a:gd name="connsiteX165" fmla="*/ 2516400 w 5535001"/>
                <a:gd name="connsiteY165" fmla="*/ 608844 h 6250127"/>
                <a:gd name="connsiteX166" fmla="*/ 2486280 w 5535001"/>
                <a:gd name="connsiteY166" fmla="*/ 609740 h 6250127"/>
                <a:gd name="connsiteX167" fmla="*/ 2426376 w 5535001"/>
                <a:gd name="connsiteY167" fmla="*/ 613099 h 6250127"/>
                <a:gd name="connsiteX168" fmla="*/ 2366920 w 5535001"/>
                <a:gd name="connsiteY168" fmla="*/ 618474 h 6250127"/>
                <a:gd name="connsiteX169" fmla="*/ 2337248 w 5535001"/>
                <a:gd name="connsiteY169" fmla="*/ 621497 h 6250127"/>
                <a:gd name="connsiteX170" fmla="*/ 2307800 w 5535001"/>
                <a:gd name="connsiteY170" fmla="*/ 625528 h 6250127"/>
                <a:gd name="connsiteX171" fmla="*/ 2278351 w 5535001"/>
                <a:gd name="connsiteY171" fmla="*/ 629559 h 6250127"/>
                <a:gd name="connsiteX172" fmla="*/ 2249127 w 5535001"/>
                <a:gd name="connsiteY172" fmla="*/ 634710 h 6250127"/>
                <a:gd name="connsiteX173" fmla="*/ 1796096 w 5535001"/>
                <a:gd name="connsiteY173" fmla="*/ 781726 h 6250127"/>
                <a:gd name="connsiteX174" fmla="*/ 1370833 w 5535001"/>
                <a:gd name="connsiteY174" fmla="*/ 1048663 h 6250127"/>
                <a:gd name="connsiteX175" fmla="*/ 959790 w 5535001"/>
                <a:gd name="connsiteY175" fmla="*/ 1390844 h 6250127"/>
                <a:gd name="connsiteX176" fmla="*/ 749062 w 5535001"/>
                <a:gd name="connsiteY176" fmla="*/ 1577611 h 6250127"/>
                <a:gd name="connsiteX177" fmla="*/ 524786 w 5535001"/>
                <a:gd name="connsiteY177" fmla="*/ 1763145 h 6250127"/>
                <a:gd name="connsiteX178" fmla="*/ 84071 w 5535001"/>
                <a:gd name="connsiteY178" fmla="*/ 2098496 h 6250127"/>
                <a:gd name="connsiteX179" fmla="*/ 0 w 5535001"/>
                <a:gd name="connsiteY179" fmla="*/ 2168094 h 6250127"/>
                <a:gd name="connsiteX180" fmla="*/ 0 w 5535001"/>
                <a:gd name="connsiteY180" fmla="*/ 1576676 h 6250127"/>
                <a:gd name="connsiteX181" fmla="*/ 174655 w 5535001"/>
                <a:gd name="connsiteY181" fmla="*/ 1387597 h 6250127"/>
                <a:gd name="connsiteX182" fmla="*/ 363661 w 5535001"/>
                <a:gd name="connsiteY182" fmla="*/ 1188626 h 6250127"/>
                <a:gd name="connsiteX183" fmla="*/ 458052 w 5535001"/>
                <a:gd name="connsiteY183" fmla="*/ 1086397 h 6250127"/>
                <a:gd name="connsiteX184" fmla="*/ 557257 w 5535001"/>
                <a:gd name="connsiteY184" fmla="*/ 981593 h 6250127"/>
                <a:gd name="connsiteX185" fmla="*/ 994165 w 5535001"/>
                <a:gd name="connsiteY185" fmla="*/ 578389 h 6250127"/>
                <a:gd name="connsiteX186" fmla="*/ 1520873 w 5535001"/>
                <a:gd name="connsiteY186" fmla="*/ 237215 h 6250127"/>
                <a:gd name="connsiteX187" fmla="*/ 2141748 w 5535001"/>
                <a:gd name="connsiteY187" fmla="*/ 31190 h 6250127"/>
                <a:gd name="connsiteX188" fmla="*/ 2182505 w 5535001"/>
                <a:gd name="connsiteY188" fmla="*/ 24360 h 6250127"/>
                <a:gd name="connsiteX189" fmla="*/ 2223374 w 5535001"/>
                <a:gd name="connsiteY189" fmla="*/ 18873 h 6250127"/>
                <a:gd name="connsiteX190" fmla="*/ 2264355 w 5535001"/>
                <a:gd name="connsiteY190" fmla="*/ 13611 h 6250127"/>
                <a:gd name="connsiteX191" fmla="*/ 2305336 w 5535001"/>
                <a:gd name="connsiteY191" fmla="*/ 9580 h 6250127"/>
                <a:gd name="connsiteX192" fmla="*/ 2387410 w 5535001"/>
                <a:gd name="connsiteY192" fmla="*/ 3645 h 6250127"/>
                <a:gd name="connsiteX193" fmla="*/ 2469373 w 5535001"/>
                <a:gd name="connsiteY193" fmla="*/ 622 h 6250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5535001" h="6250127">
                  <a:moveTo>
                    <a:pt x="2510242" y="174"/>
                  </a:moveTo>
                  <a:cubicBezTo>
                    <a:pt x="2523902" y="-50"/>
                    <a:pt x="2537562" y="-162"/>
                    <a:pt x="2550551" y="510"/>
                  </a:cubicBezTo>
                  <a:lnTo>
                    <a:pt x="2629490" y="3757"/>
                  </a:lnTo>
                  <a:lnTo>
                    <a:pt x="2708317" y="7229"/>
                  </a:lnTo>
                  <a:cubicBezTo>
                    <a:pt x="2734630" y="8572"/>
                    <a:pt x="2760943" y="12155"/>
                    <a:pt x="2787256" y="14619"/>
                  </a:cubicBezTo>
                  <a:cubicBezTo>
                    <a:pt x="2997536" y="34885"/>
                    <a:pt x="3207144" y="77994"/>
                    <a:pt x="3408467" y="145064"/>
                  </a:cubicBezTo>
                  <a:lnTo>
                    <a:pt x="3557723" y="199593"/>
                  </a:lnTo>
                  <a:cubicBezTo>
                    <a:pt x="3570264" y="203848"/>
                    <a:pt x="3582245" y="209447"/>
                    <a:pt x="3594337" y="214597"/>
                  </a:cubicBezTo>
                  <a:lnTo>
                    <a:pt x="3630616" y="230385"/>
                  </a:lnTo>
                  <a:lnTo>
                    <a:pt x="3703172" y="262073"/>
                  </a:lnTo>
                  <a:cubicBezTo>
                    <a:pt x="3715265" y="267335"/>
                    <a:pt x="3727358" y="272598"/>
                    <a:pt x="3739003" y="278756"/>
                  </a:cubicBezTo>
                  <a:cubicBezTo>
                    <a:pt x="3744937" y="281667"/>
                    <a:pt x="3750984" y="284131"/>
                    <a:pt x="3756806" y="287266"/>
                  </a:cubicBezTo>
                  <a:cubicBezTo>
                    <a:pt x="3762517" y="290513"/>
                    <a:pt x="3768115" y="294208"/>
                    <a:pt x="3773714" y="297567"/>
                  </a:cubicBezTo>
                  <a:lnTo>
                    <a:pt x="3840784" y="339332"/>
                  </a:lnTo>
                  <a:cubicBezTo>
                    <a:pt x="3851869" y="346386"/>
                    <a:pt x="3863290" y="352881"/>
                    <a:pt x="3873927" y="360495"/>
                  </a:cubicBezTo>
                  <a:lnTo>
                    <a:pt x="3906062" y="383001"/>
                  </a:lnTo>
                  <a:lnTo>
                    <a:pt x="3969662" y="428572"/>
                  </a:lnTo>
                  <a:cubicBezTo>
                    <a:pt x="4137281" y="552188"/>
                    <a:pt x="4285417" y="693270"/>
                    <a:pt x="4423029" y="837600"/>
                  </a:cubicBezTo>
                  <a:cubicBezTo>
                    <a:pt x="4440160" y="855739"/>
                    <a:pt x="4457404" y="873766"/>
                    <a:pt x="4474647" y="891569"/>
                  </a:cubicBezTo>
                  <a:lnTo>
                    <a:pt x="4524250" y="946883"/>
                  </a:lnTo>
                  <a:lnTo>
                    <a:pt x="4573965" y="1001748"/>
                  </a:lnTo>
                  <a:cubicBezTo>
                    <a:pt x="4590760" y="1019887"/>
                    <a:pt x="4605988" y="1039146"/>
                    <a:pt x="4622224" y="1057509"/>
                  </a:cubicBezTo>
                  <a:cubicBezTo>
                    <a:pt x="4653911" y="1094907"/>
                    <a:pt x="4686831" y="1131409"/>
                    <a:pt x="4717510" y="1169143"/>
                  </a:cubicBezTo>
                  <a:cubicBezTo>
                    <a:pt x="4733186" y="1187730"/>
                    <a:pt x="4748862" y="1206430"/>
                    <a:pt x="4764986" y="1224681"/>
                  </a:cubicBezTo>
                  <a:cubicBezTo>
                    <a:pt x="4780886" y="1243044"/>
                    <a:pt x="4797233" y="1261071"/>
                    <a:pt x="4813021" y="1279994"/>
                  </a:cubicBezTo>
                  <a:cubicBezTo>
                    <a:pt x="4877292" y="1354230"/>
                    <a:pt x="4941339" y="1428914"/>
                    <a:pt x="5001915" y="1506846"/>
                  </a:cubicBezTo>
                  <a:cubicBezTo>
                    <a:pt x="5062603" y="1584665"/>
                    <a:pt x="5118252" y="1666739"/>
                    <a:pt x="5170542" y="1751165"/>
                  </a:cubicBezTo>
                  <a:cubicBezTo>
                    <a:pt x="5274898" y="1920240"/>
                    <a:pt x="5363579" y="2101295"/>
                    <a:pt x="5428969" y="2293660"/>
                  </a:cubicBezTo>
                  <a:cubicBezTo>
                    <a:pt x="5494136" y="2485801"/>
                    <a:pt x="5533102" y="2690819"/>
                    <a:pt x="5534893" y="2899307"/>
                  </a:cubicBezTo>
                  <a:cubicBezTo>
                    <a:pt x="5536124" y="3003439"/>
                    <a:pt x="5526831" y="3108132"/>
                    <a:pt x="5508804" y="3211144"/>
                  </a:cubicBezTo>
                  <a:cubicBezTo>
                    <a:pt x="5490441" y="3314157"/>
                    <a:pt x="5462336" y="3415490"/>
                    <a:pt x="5426282" y="3513352"/>
                  </a:cubicBezTo>
                  <a:cubicBezTo>
                    <a:pt x="5363355" y="3684890"/>
                    <a:pt x="5302219" y="3856428"/>
                    <a:pt x="5248250" y="4030542"/>
                  </a:cubicBezTo>
                  <a:lnTo>
                    <a:pt x="5208612" y="4161771"/>
                  </a:lnTo>
                  <a:lnTo>
                    <a:pt x="5170318" y="4294680"/>
                  </a:lnTo>
                  <a:lnTo>
                    <a:pt x="5132248" y="4430164"/>
                  </a:lnTo>
                  <a:lnTo>
                    <a:pt x="5112765" y="4498914"/>
                  </a:lnTo>
                  <a:lnTo>
                    <a:pt x="5091715" y="4569119"/>
                  </a:lnTo>
                  <a:cubicBezTo>
                    <a:pt x="5085221" y="4592297"/>
                    <a:pt x="5076823" y="4616482"/>
                    <a:pt x="5068985" y="4640220"/>
                  </a:cubicBezTo>
                  <a:cubicBezTo>
                    <a:pt x="5060699" y="4664182"/>
                    <a:pt x="5053981" y="4687807"/>
                    <a:pt x="5043904" y="4712105"/>
                  </a:cubicBezTo>
                  <a:lnTo>
                    <a:pt x="5015799" y="4784438"/>
                  </a:lnTo>
                  <a:cubicBezTo>
                    <a:pt x="5005274" y="4808511"/>
                    <a:pt x="4993965" y="4832473"/>
                    <a:pt x="4982880" y="4856435"/>
                  </a:cubicBezTo>
                  <a:cubicBezTo>
                    <a:pt x="4936524" y="4951273"/>
                    <a:pt x="4881099" y="5044096"/>
                    <a:pt x="4817276" y="5125275"/>
                  </a:cubicBezTo>
                  <a:cubicBezTo>
                    <a:pt x="4755244" y="5208805"/>
                    <a:pt x="4686943" y="5282817"/>
                    <a:pt x="4618753" y="5355374"/>
                  </a:cubicBezTo>
                  <a:cubicBezTo>
                    <a:pt x="4602069" y="5374073"/>
                    <a:pt x="4584154" y="5391092"/>
                    <a:pt x="4566575" y="5408560"/>
                  </a:cubicBezTo>
                  <a:lnTo>
                    <a:pt x="4513837" y="5461186"/>
                  </a:lnTo>
                  <a:cubicBezTo>
                    <a:pt x="4496593" y="5479101"/>
                    <a:pt x="4477894" y="5495560"/>
                    <a:pt x="4459531" y="5512580"/>
                  </a:cubicBezTo>
                  <a:lnTo>
                    <a:pt x="4404554" y="5563526"/>
                  </a:lnTo>
                  <a:cubicBezTo>
                    <a:pt x="4386527" y="5580770"/>
                    <a:pt x="4366932" y="5596670"/>
                    <a:pt x="4348009" y="5613017"/>
                  </a:cubicBezTo>
                  <a:lnTo>
                    <a:pt x="4290568" y="5661948"/>
                  </a:lnTo>
                  <a:lnTo>
                    <a:pt x="4276124" y="5674153"/>
                  </a:lnTo>
                  <a:lnTo>
                    <a:pt x="4261120" y="5685798"/>
                  </a:lnTo>
                  <a:lnTo>
                    <a:pt x="4231112" y="5708976"/>
                  </a:lnTo>
                  <a:lnTo>
                    <a:pt x="4170984" y="5755443"/>
                  </a:lnTo>
                  <a:cubicBezTo>
                    <a:pt x="4130227" y="5785563"/>
                    <a:pt x="4087790" y="5813892"/>
                    <a:pt x="4046025" y="5843228"/>
                  </a:cubicBezTo>
                  <a:cubicBezTo>
                    <a:pt x="4002917" y="5870437"/>
                    <a:pt x="3959248" y="5897309"/>
                    <a:pt x="3915356" y="5923735"/>
                  </a:cubicBezTo>
                  <a:cubicBezTo>
                    <a:pt x="3737659" y="6026299"/>
                    <a:pt x="3544847" y="6106022"/>
                    <a:pt x="3346323" y="6158872"/>
                  </a:cubicBezTo>
                  <a:cubicBezTo>
                    <a:pt x="3147800" y="6211946"/>
                    <a:pt x="2944462" y="6239714"/>
                    <a:pt x="2743476" y="6247328"/>
                  </a:cubicBezTo>
                  <a:lnTo>
                    <a:pt x="2668120" y="6249344"/>
                  </a:lnTo>
                  <a:lnTo>
                    <a:pt x="2630498" y="6250127"/>
                  </a:lnTo>
                  <a:lnTo>
                    <a:pt x="2592988" y="6249568"/>
                  </a:lnTo>
                  <a:lnTo>
                    <a:pt x="2518080" y="6247777"/>
                  </a:lnTo>
                  <a:cubicBezTo>
                    <a:pt x="2493110" y="6247105"/>
                    <a:pt x="2468365" y="6246881"/>
                    <a:pt x="2442948" y="6244529"/>
                  </a:cubicBezTo>
                  <a:cubicBezTo>
                    <a:pt x="2392337" y="6240722"/>
                    <a:pt x="2341950" y="6237699"/>
                    <a:pt x="2291676" y="6232213"/>
                  </a:cubicBezTo>
                  <a:lnTo>
                    <a:pt x="2141412" y="6212394"/>
                  </a:lnTo>
                  <a:lnTo>
                    <a:pt x="1992715" y="6184961"/>
                  </a:lnTo>
                  <a:cubicBezTo>
                    <a:pt x="1943561" y="6173988"/>
                    <a:pt x="1894630" y="6162231"/>
                    <a:pt x="1845811" y="6151034"/>
                  </a:cubicBezTo>
                  <a:cubicBezTo>
                    <a:pt x="1797215" y="6138829"/>
                    <a:pt x="1749180" y="6123938"/>
                    <a:pt x="1701033" y="6110724"/>
                  </a:cubicBezTo>
                  <a:cubicBezTo>
                    <a:pt x="1676847" y="6104566"/>
                    <a:pt x="1653334" y="6095833"/>
                    <a:pt x="1629484" y="6088219"/>
                  </a:cubicBezTo>
                  <a:lnTo>
                    <a:pt x="1558383" y="6064929"/>
                  </a:lnTo>
                  <a:cubicBezTo>
                    <a:pt x="1369713" y="6000210"/>
                    <a:pt x="1186978" y="5921271"/>
                    <a:pt x="1011968" y="5828896"/>
                  </a:cubicBezTo>
                  <a:cubicBezTo>
                    <a:pt x="837071" y="5736408"/>
                    <a:pt x="668556" y="5631940"/>
                    <a:pt x="511237" y="5512356"/>
                  </a:cubicBezTo>
                  <a:cubicBezTo>
                    <a:pt x="471152" y="5483468"/>
                    <a:pt x="433642" y="5451220"/>
                    <a:pt x="395572" y="5419757"/>
                  </a:cubicBezTo>
                  <a:cubicBezTo>
                    <a:pt x="356831" y="5388965"/>
                    <a:pt x="321112" y="5354926"/>
                    <a:pt x="284722" y="5321559"/>
                  </a:cubicBezTo>
                  <a:lnTo>
                    <a:pt x="257513" y="5296477"/>
                  </a:lnTo>
                  <a:lnTo>
                    <a:pt x="243853" y="5283937"/>
                  </a:lnTo>
                  <a:lnTo>
                    <a:pt x="230752" y="5270836"/>
                  </a:lnTo>
                  <a:lnTo>
                    <a:pt x="178574" y="5218322"/>
                  </a:lnTo>
                  <a:cubicBezTo>
                    <a:pt x="161331" y="5200631"/>
                    <a:pt x="143191" y="5183948"/>
                    <a:pt x="126508" y="5165584"/>
                  </a:cubicBezTo>
                  <a:lnTo>
                    <a:pt x="76345" y="5111167"/>
                  </a:lnTo>
                  <a:cubicBezTo>
                    <a:pt x="59774" y="5092916"/>
                    <a:pt x="42530" y="5075112"/>
                    <a:pt x="26407" y="5056413"/>
                  </a:cubicBezTo>
                  <a:lnTo>
                    <a:pt x="0" y="5024776"/>
                  </a:lnTo>
                  <a:lnTo>
                    <a:pt x="0" y="4492798"/>
                  </a:lnTo>
                  <a:lnTo>
                    <a:pt x="28534" y="4537879"/>
                  </a:lnTo>
                  <a:cubicBezTo>
                    <a:pt x="41299" y="4556130"/>
                    <a:pt x="54175" y="4574382"/>
                    <a:pt x="66604" y="4592745"/>
                  </a:cubicBezTo>
                  <a:lnTo>
                    <a:pt x="104114" y="4647834"/>
                  </a:lnTo>
                  <a:lnTo>
                    <a:pt x="143751" y="4701580"/>
                  </a:lnTo>
                  <a:cubicBezTo>
                    <a:pt x="156964" y="4719495"/>
                    <a:pt x="169728" y="4737746"/>
                    <a:pt x="182717" y="4755773"/>
                  </a:cubicBezTo>
                  <a:lnTo>
                    <a:pt x="223810" y="4808399"/>
                  </a:lnTo>
                  <a:lnTo>
                    <a:pt x="264679" y="4861249"/>
                  </a:lnTo>
                  <a:cubicBezTo>
                    <a:pt x="278563" y="4878717"/>
                    <a:pt x="293455" y="4895288"/>
                    <a:pt x="307788" y="4912420"/>
                  </a:cubicBezTo>
                  <a:lnTo>
                    <a:pt x="351232" y="4963254"/>
                  </a:lnTo>
                  <a:cubicBezTo>
                    <a:pt x="365788" y="4980162"/>
                    <a:pt x="381688" y="4995837"/>
                    <a:pt x="397028" y="5012185"/>
                  </a:cubicBezTo>
                  <a:lnTo>
                    <a:pt x="443496" y="5060444"/>
                  </a:lnTo>
                  <a:lnTo>
                    <a:pt x="455140" y="5072537"/>
                  </a:lnTo>
                  <a:lnTo>
                    <a:pt x="467345" y="5083958"/>
                  </a:lnTo>
                  <a:lnTo>
                    <a:pt x="491755" y="5106912"/>
                  </a:lnTo>
                  <a:lnTo>
                    <a:pt x="540686" y="5152819"/>
                  </a:lnTo>
                  <a:lnTo>
                    <a:pt x="552890" y="5164353"/>
                  </a:lnTo>
                  <a:lnTo>
                    <a:pt x="565655" y="5175214"/>
                  </a:lnTo>
                  <a:lnTo>
                    <a:pt x="591072" y="5197048"/>
                  </a:lnTo>
                  <a:cubicBezTo>
                    <a:pt x="624999" y="5226160"/>
                    <a:pt x="658366" y="5256056"/>
                    <a:pt x="694197" y="5283041"/>
                  </a:cubicBezTo>
                  <a:cubicBezTo>
                    <a:pt x="834272" y="5394675"/>
                    <a:pt x="985207" y="5493881"/>
                    <a:pt x="1146221" y="5573716"/>
                  </a:cubicBezTo>
                  <a:cubicBezTo>
                    <a:pt x="1307122" y="5653774"/>
                    <a:pt x="1476869" y="5715918"/>
                    <a:pt x="1650982" y="5758130"/>
                  </a:cubicBezTo>
                  <a:lnTo>
                    <a:pt x="1716485" y="5772798"/>
                  </a:lnTo>
                  <a:cubicBezTo>
                    <a:pt x="1738431" y="5777390"/>
                    <a:pt x="1759929" y="5783100"/>
                    <a:pt x="1782211" y="5786235"/>
                  </a:cubicBezTo>
                  <a:lnTo>
                    <a:pt x="1848386" y="5796984"/>
                  </a:lnTo>
                  <a:lnTo>
                    <a:pt x="1881417" y="5802359"/>
                  </a:lnTo>
                  <a:cubicBezTo>
                    <a:pt x="1892390" y="5804151"/>
                    <a:pt x="1903363" y="5806054"/>
                    <a:pt x="1914560" y="5807061"/>
                  </a:cubicBezTo>
                  <a:cubicBezTo>
                    <a:pt x="1959012" y="5811765"/>
                    <a:pt x="2003241" y="5817251"/>
                    <a:pt x="2047469" y="5821282"/>
                  </a:cubicBezTo>
                  <a:lnTo>
                    <a:pt x="2180601" y="5828896"/>
                  </a:lnTo>
                  <a:lnTo>
                    <a:pt x="2313622" y="5830463"/>
                  </a:lnTo>
                  <a:cubicBezTo>
                    <a:pt x="2335680" y="5830799"/>
                    <a:pt x="2357962" y="5829008"/>
                    <a:pt x="2380021" y="5828448"/>
                  </a:cubicBezTo>
                  <a:lnTo>
                    <a:pt x="2446195" y="5826433"/>
                  </a:lnTo>
                  <a:cubicBezTo>
                    <a:pt x="2468029" y="5826208"/>
                    <a:pt x="2490647" y="5824193"/>
                    <a:pt x="2513041" y="5822737"/>
                  </a:cubicBezTo>
                  <a:lnTo>
                    <a:pt x="2580111" y="5818258"/>
                  </a:lnTo>
                  <a:lnTo>
                    <a:pt x="2613590" y="5816355"/>
                  </a:lnTo>
                  <a:lnTo>
                    <a:pt x="2646845" y="5813108"/>
                  </a:lnTo>
                  <a:cubicBezTo>
                    <a:pt x="2669016" y="5810869"/>
                    <a:pt x="2691074" y="5808741"/>
                    <a:pt x="2713244" y="5806838"/>
                  </a:cubicBezTo>
                  <a:cubicBezTo>
                    <a:pt x="2889933" y="5789371"/>
                    <a:pt x="3062815" y="5762050"/>
                    <a:pt x="3230882" y="5721292"/>
                  </a:cubicBezTo>
                  <a:cubicBezTo>
                    <a:pt x="3398837" y="5680423"/>
                    <a:pt x="3562426" y="5626902"/>
                    <a:pt x="3720416" y="5556472"/>
                  </a:cubicBezTo>
                  <a:cubicBezTo>
                    <a:pt x="3759381" y="5537997"/>
                    <a:pt x="3798347" y="5518962"/>
                    <a:pt x="3837425" y="5499927"/>
                  </a:cubicBezTo>
                  <a:cubicBezTo>
                    <a:pt x="3875271" y="5478765"/>
                    <a:pt x="3913900" y="5458610"/>
                    <a:pt x="3951634" y="5436552"/>
                  </a:cubicBezTo>
                  <a:lnTo>
                    <a:pt x="4007284" y="5401841"/>
                  </a:lnTo>
                  <a:lnTo>
                    <a:pt x="4035164" y="5384374"/>
                  </a:lnTo>
                  <a:lnTo>
                    <a:pt x="4049049" y="5375640"/>
                  </a:lnTo>
                  <a:lnTo>
                    <a:pt x="4062485" y="5366123"/>
                  </a:lnTo>
                  <a:lnTo>
                    <a:pt x="4116567" y="5328277"/>
                  </a:lnTo>
                  <a:cubicBezTo>
                    <a:pt x="4134594" y="5315624"/>
                    <a:pt x="4152957" y="5303420"/>
                    <a:pt x="4169976" y="5289199"/>
                  </a:cubicBezTo>
                  <a:lnTo>
                    <a:pt x="4222042" y="5247994"/>
                  </a:lnTo>
                  <a:cubicBezTo>
                    <a:pt x="4239398" y="5234222"/>
                    <a:pt x="4256865" y="5220562"/>
                    <a:pt x="4273213" y="5205558"/>
                  </a:cubicBezTo>
                  <a:lnTo>
                    <a:pt x="4323151" y="5161329"/>
                  </a:lnTo>
                  <a:cubicBezTo>
                    <a:pt x="4339611" y="5146437"/>
                    <a:pt x="4356631" y="5131881"/>
                    <a:pt x="4371971" y="5116093"/>
                  </a:cubicBezTo>
                  <a:cubicBezTo>
                    <a:pt x="4435457" y="5054398"/>
                    <a:pt x="4496258" y="4991135"/>
                    <a:pt x="4546868" y="4924400"/>
                  </a:cubicBezTo>
                  <a:cubicBezTo>
                    <a:pt x="4600054" y="4858450"/>
                    <a:pt x="4640699" y="4788916"/>
                    <a:pt x="4675634" y="4715352"/>
                  </a:cubicBezTo>
                  <a:lnTo>
                    <a:pt x="4700155" y="4659255"/>
                  </a:lnTo>
                  <a:lnTo>
                    <a:pt x="4721206" y="4600135"/>
                  </a:lnTo>
                  <a:cubicBezTo>
                    <a:pt x="4728707" y="4580988"/>
                    <a:pt x="4733970" y="4559266"/>
                    <a:pt x="4740465" y="4538887"/>
                  </a:cubicBezTo>
                  <a:cubicBezTo>
                    <a:pt x="4746623" y="4518061"/>
                    <a:pt x="4753005" y="4497906"/>
                    <a:pt x="4758492" y="4475848"/>
                  </a:cubicBezTo>
                  <a:cubicBezTo>
                    <a:pt x="4803168" y="4303637"/>
                    <a:pt x="4840902" y="4115080"/>
                    <a:pt x="4891288" y="3930329"/>
                  </a:cubicBezTo>
                  <a:cubicBezTo>
                    <a:pt x="4940891" y="3744906"/>
                    <a:pt x="5000235" y="3562059"/>
                    <a:pt x="5066298" y="3382235"/>
                  </a:cubicBezTo>
                  <a:cubicBezTo>
                    <a:pt x="5124186" y="3226932"/>
                    <a:pt x="5154530" y="3064015"/>
                    <a:pt x="5156994" y="2898635"/>
                  </a:cubicBezTo>
                  <a:cubicBezTo>
                    <a:pt x="5159681" y="2733255"/>
                    <a:pt x="5132920" y="2565636"/>
                    <a:pt x="5083317" y="2402047"/>
                  </a:cubicBezTo>
                  <a:cubicBezTo>
                    <a:pt x="5033938" y="2238123"/>
                    <a:pt x="4960150" y="2079013"/>
                    <a:pt x="4871022" y="1926958"/>
                  </a:cubicBezTo>
                  <a:cubicBezTo>
                    <a:pt x="4826570" y="1850818"/>
                    <a:pt x="4777415" y="1776918"/>
                    <a:pt x="4727028" y="1703577"/>
                  </a:cubicBezTo>
                  <a:cubicBezTo>
                    <a:pt x="4676418" y="1630349"/>
                    <a:pt x="4622784" y="1558464"/>
                    <a:pt x="4563776" y="1490834"/>
                  </a:cubicBezTo>
                  <a:cubicBezTo>
                    <a:pt x="4503647" y="1423764"/>
                    <a:pt x="4439041" y="1359157"/>
                    <a:pt x="4370291" y="1300596"/>
                  </a:cubicBezTo>
                  <a:cubicBezTo>
                    <a:pt x="4336812" y="1270141"/>
                    <a:pt x="4301541" y="1242148"/>
                    <a:pt x="4266046" y="1214491"/>
                  </a:cubicBezTo>
                  <a:cubicBezTo>
                    <a:pt x="4248355" y="1200607"/>
                    <a:pt x="4230776" y="1186611"/>
                    <a:pt x="4212973" y="1173062"/>
                  </a:cubicBezTo>
                  <a:cubicBezTo>
                    <a:pt x="4194722" y="1160074"/>
                    <a:pt x="4176359" y="1147197"/>
                    <a:pt x="4157995" y="1134545"/>
                  </a:cubicBezTo>
                  <a:cubicBezTo>
                    <a:pt x="4011426" y="1031980"/>
                    <a:pt x="3855004" y="948562"/>
                    <a:pt x="3697126" y="881044"/>
                  </a:cubicBezTo>
                  <a:lnTo>
                    <a:pt x="3637670" y="856747"/>
                  </a:lnTo>
                  <a:lnTo>
                    <a:pt x="3608222" y="844318"/>
                  </a:lnTo>
                  <a:cubicBezTo>
                    <a:pt x="3598480" y="840063"/>
                    <a:pt x="3588179" y="837040"/>
                    <a:pt x="3578214" y="833457"/>
                  </a:cubicBezTo>
                  <a:lnTo>
                    <a:pt x="3518309" y="812294"/>
                  </a:lnTo>
                  <a:cubicBezTo>
                    <a:pt x="3513383" y="810503"/>
                    <a:pt x="3508344" y="808823"/>
                    <a:pt x="3503417" y="806920"/>
                  </a:cubicBezTo>
                  <a:cubicBezTo>
                    <a:pt x="3498603" y="804792"/>
                    <a:pt x="3494236" y="801993"/>
                    <a:pt x="3489533" y="799642"/>
                  </a:cubicBezTo>
                  <a:cubicBezTo>
                    <a:pt x="3480240" y="794827"/>
                    <a:pt x="3470498" y="791020"/>
                    <a:pt x="3460869" y="787101"/>
                  </a:cubicBezTo>
                  <a:lnTo>
                    <a:pt x="3402980" y="763475"/>
                  </a:lnTo>
                  <a:lnTo>
                    <a:pt x="3374092" y="751606"/>
                  </a:lnTo>
                  <a:cubicBezTo>
                    <a:pt x="3364462" y="747688"/>
                    <a:pt x="3354945" y="743433"/>
                    <a:pt x="3344980" y="740409"/>
                  </a:cubicBezTo>
                  <a:lnTo>
                    <a:pt x="3226627" y="700772"/>
                  </a:lnTo>
                  <a:cubicBezTo>
                    <a:pt x="3067405" y="652849"/>
                    <a:pt x="2902697" y="625192"/>
                    <a:pt x="2735750" y="614667"/>
                  </a:cubicBezTo>
                  <a:cubicBezTo>
                    <a:pt x="2714811" y="613435"/>
                    <a:pt x="2694209" y="610860"/>
                    <a:pt x="2673158" y="610412"/>
                  </a:cubicBezTo>
                  <a:lnTo>
                    <a:pt x="2610119" y="609628"/>
                  </a:lnTo>
                  <a:lnTo>
                    <a:pt x="2547080" y="608620"/>
                  </a:lnTo>
                  <a:cubicBezTo>
                    <a:pt x="2536443" y="608173"/>
                    <a:pt x="2526365" y="608397"/>
                    <a:pt x="2516400" y="608844"/>
                  </a:cubicBezTo>
                  <a:lnTo>
                    <a:pt x="2486280" y="609740"/>
                  </a:lnTo>
                  <a:cubicBezTo>
                    <a:pt x="2466125" y="609852"/>
                    <a:pt x="2446307" y="611868"/>
                    <a:pt x="2426376" y="613099"/>
                  </a:cubicBezTo>
                  <a:cubicBezTo>
                    <a:pt x="2406333" y="613995"/>
                    <a:pt x="2386627" y="616458"/>
                    <a:pt x="2366920" y="618474"/>
                  </a:cubicBezTo>
                  <a:cubicBezTo>
                    <a:pt x="2357066" y="619482"/>
                    <a:pt x="2347101" y="620153"/>
                    <a:pt x="2337248" y="621497"/>
                  </a:cubicBezTo>
                  <a:lnTo>
                    <a:pt x="2307800" y="625528"/>
                  </a:lnTo>
                  <a:lnTo>
                    <a:pt x="2278351" y="629559"/>
                  </a:lnTo>
                  <a:lnTo>
                    <a:pt x="2249127" y="634710"/>
                  </a:lnTo>
                  <a:cubicBezTo>
                    <a:pt x="2093377" y="661918"/>
                    <a:pt x="1942329" y="710849"/>
                    <a:pt x="1796096" y="781726"/>
                  </a:cubicBezTo>
                  <a:cubicBezTo>
                    <a:pt x="1649751" y="852268"/>
                    <a:pt x="1508892" y="944307"/>
                    <a:pt x="1370833" y="1048663"/>
                  </a:cubicBezTo>
                  <a:cubicBezTo>
                    <a:pt x="1232774" y="1153244"/>
                    <a:pt x="1097290" y="1269917"/>
                    <a:pt x="959790" y="1390844"/>
                  </a:cubicBezTo>
                  <a:lnTo>
                    <a:pt x="749062" y="1577611"/>
                  </a:lnTo>
                  <a:cubicBezTo>
                    <a:pt x="674602" y="1642329"/>
                    <a:pt x="599806" y="1704137"/>
                    <a:pt x="524786" y="1763145"/>
                  </a:cubicBezTo>
                  <a:cubicBezTo>
                    <a:pt x="374858" y="1881498"/>
                    <a:pt x="223810" y="1987422"/>
                    <a:pt x="84071" y="2098496"/>
                  </a:cubicBezTo>
                  <a:lnTo>
                    <a:pt x="0" y="2168094"/>
                  </a:lnTo>
                  <a:lnTo>
                    <a:pt x="0" y="1576676"/>
                  </a:lnTo>
                  <a:lnTo>
                    <a:pt x="174655" y="1387597"/>
                  </a:lnTo>
                  <a:cubicBezTo>
                    <a:pt x="238926" y="1320079"/>
                    <a:pt x="302749" y="1254577"/>
                    <a:pt x="363661" y="1188626"/>
                  </a:cubicBezTo>
                  <a:lnTo>
                    <a:pt x="458052" y="1086397"/>
                  </a:lnTo>
                  <a:cubicBezTo>
                    <a:pt x="490635" y="1051351"/>
                    <a:pt x="523666" y="1016416"/>
                    <a:pt x="557257" y="981593"/>
                  </a:cubicBezTo>
                  <a:cubicBezTo>
                    <a:pt x="691510" y="842414"/>
                    <a:pt x="835055" y="705699"/>
                    <a:pt x="994165" y="578389"/>
                  </a:cubicBezTo>
                  <a:cubicBezTo>
                    <a:pt x="1152939" y="451190"/>
                    <a:pt x="1328060" y="333398"/>
                    <a:pt x="1520873" y="237215"/>
                  </a:cubicBezTo>
                  <a:cubicBezTo>
                    <a:pt x="1713238" y="141033"/>
                    <a:pt x="1924302" y="68028"/>
                    <a:pt x="2141748" y="31190"/>
                  </a:cubicBezTo>
                  <a:lnTo>
                    <a:pt x="2182505" y="24360"/>
                  </a:lnTo>
                  <a:cubicBezTo>
                    <a:pt x="2196165" y="22344"/>
                    <a:pt x="2209826" y="20665"/>
                    <a:pt x="2223374" y="18873"/>
                  </a:cubicBezTo>
                  <a:lnTo>
                    <a:pt x="2264355" y="13611"/>
                  </a:lnTo>
                  <a:cubicBezTo>
                    <a:pt x="2278015" y="11931"/>
                    <a:pt x="2291676" y="10924"/>
                    <a:pt x="2305336" y="9580"/>
                  </a:cubicBezTo>
                  <a:cubicBezTo>
                    <a:pt x="2332657" y="7229"/>
                    <a:pt x="2360090" y="4653"/>
                    <a:pt x="2387410" y="3645"/>
                  </a:cubicBezTo>
                  <a:cubicBezTo>
                    <a:pt x="2414731" y="2414"/>
                    <a:pt x="2442164" y="510"/>
                    <a:pt x="2469373" y="622"/>
                  </a:cubicBezTo>
                  <a:close/>
                </a:path>
              </a:pathLst>
            </a:custGeom>
            <a:gradFill>
              <a:gsLst>
                <a:gs pos="37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67C4629D-4AB7-48D4-A61B-1AE1837A78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176241"/>
              <a:ext cx="5646908" cy="6130481"/>
            </a:xfrm>
            <a:custGeom>
              <a:avLst/>
              <a:gdLst>
                <a:gd name="connsiteX0" fmla="*/ 2616837 w 5646908"/>
                <a:gd name="connsiteY0" fmla="*/ 0 h 6130481"/>
                <a:gd name="connsiteX1" fmla="*/ 4918721 w 5646908"/>
                <a:gd name="connsiteY1" fmla="*/ 1134258 h 6130481"/>
                <a:gd name="connsiteX2" fmla="*/ 5539036 w 5646908"/>
                <a:gd name="connsiteY2" fmla="*/ 3362353 h 6130481"/>
                <a:gd name="connsiteX3" fmla="*/ 4712024 w 5646908"/>
                <a:gd name="connsiteY3" fmla="*/ 5293280 h 6130481"/>
                <a:gd name="connsiteX4" fmla="*/ 2547864 w 5646908"/>
                <a:gd name="connsiteY4" fmla="*/ 6130481 h 6130481"/>
                <a:gd name="connsiteX5" fmla="*/ 263223 w 5646908"/>
                <a:gd name="connsiteY5" fmla="*/ 5212325 h 6130481"/>
                <a:gd name="connsiteX6" fmla="*/ 49974 w 5646908"/>
                <a:gd name="connsiteY6" fmla="*/ 4985345 h 6130481"/>
                <a:gd name="connsiteX7" fmla="*/ 0 w 5646908"/>
                <a:gd name="connsiteY7" fmla="*/ 4920618 h 6130481"/>
                <a:gd name="connsiteX8" fmla="*/ 0 w 5646908"/>
                <a:gd name="connsiteY8" fmla="*/ 3760303 h 6130481"/>
                <a:gd name="connsiteX9" fmla="*/ 80488 w 5646908"/>
                <a:gd name="connsiteY9" fmla="*/ 3974159 h 6130481"/>
                <a:gd name="connsiteX10" fmla="*/ 664748 w 5646908"/>
                <a:gd name="connsiteY10" fmla="*/ 4813600 h 6130481"/>
                <a:gd name="connsiteX11" fmla="*/ 2548087 w 5646908"/>
                <a:gd name="connsiteY11" fmla="*/ 5570406 h 6130481"/>
                <a:gd name="connsiteX12" fmla="*/ 3536561 w 5646908"/>
                <a:gd name="connsiteY12" fmla="*/ 5407153 h 6130481"/>
                <a:gd name="connsiteX13" fmla="*/ 4308035 w 5646908"/>
                <a:gd name="connsiteY13" fmla="*/ 4897241 h 6130481"/>
                <a:gd name="connsiteX14" fmla="*/ 4569038 w 5646908"/>
                <a:gd name="connsiteY14" fmla="*/ 4564802 h 6130481"/>
                <a:gd name="connsiteX15" fmla="*/ 4699147 w 5646908"/>
                <a:gd name="connsiteY15" fmla="*/ 4149952 h 6130481"/>
                <a:gd name="connsiteX16" fmla="*/ 5003034 w 5646908"/>
                <a:gd name="connsiteY16" fmla="*/ 3168421 h 6130481"/>
                <a:gd name="connsiteX17" fmla="*/ 4994189 w 5646908"/>
                <a:gd name="connsiteY17" fmla="*/ 2321590 h 6130481"/>
                <a:gd name="connsiteX18" fmla="*/ 4487860 w 5646908"/>
                <a:gd name="connsiteY18" fmla="*/ 1501856 h 6130481"/>
                <a:gd name="connsiteX19" fmla="*/ 3640469 w 5646908"/>
                <a:gd name="connsiteY19" fmla="*/ 808425 h 6130481"/>
                <a:gd name="connsiteX20" fmla="*/ 2616837 w 5646908"/>
                <a:gd name="connsiteY20" fmla="*/ 559851 h 6130481"/>
                <a:gd name="connsiteX21" fmla="*/ 1762952 w 5646908"/>
                <a:gd name="connsiteY21" fmla="*/ 812008 h 6130481"/>
                <a:gd name="connsiteX22" fmla="*/ 939635 w 5646908"/>
                <a:gd name="connsiteY22" fmla="*/ 1502976 h 6130481"/>
                <a:gd name="connsiteX23" fmla="*/ 585250 w 5646908"/>
                <a:gd name="connsiteY23" fmla="*/ 1831049 h 6130481"/>
                <a:gd name="connsiteX24" fmla="*/ 40403 w 5646908"/>
                <a:gd name="connsiteY24" fmla="*/ 2389556 h 6130481"/>
                <a:gd name="connsiteX25" fmla="*/ 0 w 5646908"/>
                <a:gd name="connsiteY25" fmla="*/ 2456747 h 6130481"/>
                <a:gd name="connsiteX26" fmla="*/ 0 w 5646908"/>
                <a:gd name="connsiteY26" fmla="*/ 1601114 h 6130481"/>
                <a:gd name="connsiteX27" fmla="*/ 93200 w 5646908"/>
                <a:gd name="connsiteY27" fmla="*/ 1513741 h 6130481"/>
                <a:gd name="connsiteX28" fmla="*/ 535423 w 5646908"/>
                <a:gd name="connsiteY28" fmla="*/ 1107273 h 6130481"/>
                <a:gd name="connsiteX29" fmla="*/ 2616837 w 5646908"/>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646908" h="6130481">
                  <a:moveTo>
                    <a:pt x="2616837" y="0"/>
                  </a:moveTo>
                  <a:cubicBezTo>
                    <a:pt x="3596241" y="0"/>
                    <a:pt x="4322479" y="463445"/>
                    <a:pt x="4918721" y="1134258"/>
                  </a:cubicBezTo>
                  <a:cubicBezTo>
                    <a:pt x="5416317" y="1694109"/>
                    <a:pt x="5857703" y="2516643"/>
                    <a:pt x="5539036" y="3362353"/>
                  </a:cubicBezTo>
                  <a:cubicBezTo>
                    <a:pt x="5111758" y="4496612"/>
                    <a:pt x="5300763" y="4716633"/>
                    <a:pt x="4712024" y="5293280"/>
                  </a:cubicBezTo>
                  <a:cubicBezTo>
                    <a:pt x="4123284" y="5869926"/>
                    <a:pt x="3446201" y="6130481"/>
                    <a:pt x="2547864" y="6130481"/>
                  </a:cubicBezTo>
                  <a:cubicBezTo>
                    <a:pt x="1657476" y="6130481"/>
                    <a:pt x="850619" y="5780127"/>
                    <a:pt x="263223" y="5212325"/>
                  </a:cubicBezTo>
                  <a:cubicBezTo>
                    <a:pt x="188497" y="5140091"/>
                    <a:pt x="117321" y="5064339"/>
                    <a:pt x="49974" y="4985345"/>
                  </a:cubicBezTo>
                  <a:lnTo>
                    <a:pt x="0" y="4920618"/>
                  </a:lnTo>
                  <a:lnTo>
                    <a:pt x="0" y="3760303"/>
                  </a:lnTo>
                  <a:lnTo>
                    <a:pt x="80488" y="3974159"/>
                  </a:lnTo>
                  <a:cubicBezTo>
                    <a:pt x="217875" y="4289243"/>
                    <a:pt x="414383" y="4571632"/>
                    <a:pt x="664748" y="4813600"/>
                  </a:cubicBezTo>
                  <a:cubicBezTo>
                    <a:pt x="1169734" y="5301566"/>
                    <a:pt x="1838644" y="5570406"/>
                    <a:pt x="2548087" y="5570406"/>
                  </a:cubicBezTo>
                  <a:cubicBezTo>
                    <a:pt x="2928786" y="5570406"/>
                    <a:pt x="3252156" y="5516996"/>
                    <a:pt x="3536561" y="5407153"/>
                  </a:cubicBezTo>
                  <a:cubicBezTo>
                    <a:pt x="3815366" y="5299438"/>
                    <a:pt x="4067747" y="5132603"/>
                    <a:pt x="4308035" y="4897241"/>
                  </a:cubicBezTo>
                  <a:cubicBezTo>
                    <a:pt x="4475095" y="4733653"/>
                    <a:pt x="4533767" y="4637358"/>
                    <a:pt x="4569038" y="4564802"/>
                  </a:cubicBezTo>
                  <a:cubicBezTo>
                    <a:pt x="4619313" y="4461453"/>
                    <a:pt x="4652792" y="4330784"/>
                    <a:pt x="4699147" y="4149952"/>
                  </a:cubicBezTo>
                  <a:cubicBezTo>
                    <a:pt x="4758491" y="3918846"/>
                    <a:pt x="4839558" y="3602194"/>
                    <a:pt x="5003034" y="3168421"/>
                  </a:cubicBezTo>
                  <a:cubicBezTo>
                    <a:pt x="5103024" y="2902940"/>
                    <a:pt x="5100112" y="2626037"/>
                    <a:pt x="4994189" y="2321590"/>
                  </a:cubicBezTo>
                  <a:cubicBezTo>
                    <a:pt x="4900470" y="2052526"/>
                    <a:pt x="4725460" y="1769129"/>
                    <a:pt x="4487860" y="1501856"/>
                  </a:cubicBezTo>
                  <a:cubicBezTo>
                    <a:pt x="4210285" y="1189683"/>
                    <a:pt x="3933047" y="962832"/>
                    <a:pt x="3640469" y="808425"/>
                  </a:cubicBezTo>
                  <a:cubicBezTo>
                    <a:pt x="3323369" y="641141"/>
                    <a:pt x="2988578" y="559851"/>
                    <a:pt x="2616837" y="559851"/>
                  </a:cubicBezTo>
                  <a:cubicBezTo>
                    <a:pt x="2315413" y="559851"/>
                    <a:pt x="2044110" y="640134"/>
                    <a:pt x="1762952" y="812008"/>
                  </a:cubicBezTo>
                  <a:cubicBezTo>
                    <a:pt x="1472838" y="989593"/>
                    <a:pt x="1197167" y="1250707"/>
                    <a:pt x="939635" y="1502976"/>
                  </a:cubicBezTo>
                  <a:cubicBezTo>
                    <a:pt x="819379" y="1620769"/>
                    <a:pt x="700355" y="1727700"/>
                    <a:pt x="585250" y="1831049"/>
                  </a:cubicBezTo>
                  <a:cubicBezTo>
                    <a:pt x="362317" y="2031140"/>
                    <a:pt x="169840" y="2204022"/>
                    <a:pt x="40403" y="2389556"/>
                  </a:cubicBezTo>
                  <a:lnTo>
                    <a:pt x="0" y="2456747"/>
                  </a:lnTo>
                  <a:lnTo>
                    <a:pt x="0" y="1601114"/>
                  </a:lnTo>
                  <a:lnTo>
                    <a:pt x="93200" y="1513741"/>
                  </a:lnTo>
                  <a:cubicBezTo>
                    <a:pt x="237107" y="1383294"/>
                    <a:pt x="388238" y="1251435"/>
                    <a:pt x="535423" y="1107273"/>
                  </a:cubicBezTo>
                  <a:cubicBezTo>
                    <a:pt x="1124050" y="530627"/>
                    <a:pt x="1718500" y="0"/>
                    <a:pt x="2616837" y="0"/>
                  </a:cubicBezTo>
                  <a:close/>
                </a:path>
              </a:pathLst>
            </a:custGeom>
            <a:gradFill>
              <a:gsLst>
                <a:gs pos="2000">
                  <a:schemeClr val="bg1">
                    <a:alpha val="10000"/>
                  </a:schemeClr>
                </a:gs>
                <a:gs pos="54000">
                  <a:schemeClr val="accent6">
                    <a:alpha val="10000"/>
                  </a:schemeClr>
                </a:gs>
                <a:gs pos="100000">
                  <a:schemeClr val="bg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D1E30050-9FC4-4CC7-8C0B-BF5EFD1064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176241"/>
              <a:ext cx="5517522" cy="6130481"/>
            </a:xfrm>
            <a:custGeom>
              <a:avLst/>
              <a:gdLst>
                <a:gd name="connsiteX0" fmla="*/ 2549095 w 5517522"/>
                <a:gd name="connsiteY0" fmla="*/ 0 h 6130481"/>
                <a:gd name="connsiteX1" fmla="*/ 4804175 w 5517522"/>
                <a:gd name="connsiteY1" fmla="*/ 1134258 h 6130481"/>
                <a:gd name="connsiteX2" fmla="*/ 5411838 w 5517522"/>
                <a:gd name="connsiteY2" fmla="*/ 3362353 h 6130481"/>
                <a:gd name="connsiteX3" fmla="*/ 4601621 w 5517522"/>
                <a:gd name="connsiteY3" fmla="*/ 5293280 h 6130481"/>
                <a:gd name="connsiteX4" fmla="*/ 2481577 w 5517522"/>
                <a:gd name="connsiteY4" fmla="*/ 6130481 h 6130481"/>
                <a:gd name="connsiteX5" fmla="*/ 243517 w 5517522"/>
                <a:gd name="connsiteY5" fmla="*/ 5212325 h 6130481"/>
                <a:gd name="connsiteX6" fmla="*/ 34587 w 5517522"/>
                <a:gd name="connsiteY6" fmla="*/ 4985345 h 6130481"/>
                <a:gd name="connsiteX7" fmla="*/ 0 w 5517522"/>
                <a:gd name="connsiteY7" fmla="*/ 4939620 h 6130481"/>
                <a:gd name="connsiteX8" fmla="*/ 0 w 5517522"/>
                <a:gd name="connsiteY8" fmla="*/ 3335329 h 6130481"/>
                <a:gd name="connsiteX9" fmla="*/ 17141 w 5517522"/>
                <a:gd name="connsiteY9" fmla="*/ 3448738 h 6130481"/>
                <a:gd name="connsiteX10" fmla="*/ 167489 w 5517522"/>
                <a:gd name="connsiteY10" fmla="*/ 3930490 h 6130481"/>
                <a:gd name="connsiteX11" fmla="*/ 715471 w 5517522"/>
                <a:gd name="connsiteY11" fmla="*/ 4734212 h 6130481"/>
                <a:gd name="connsiteX12" fmla="*/ 2481689 w 5517522"/>
                <a:gd name="connsiteY12" fmla="*/ 5458772 h 6130481"/>
                <a:gd name="connsiteX13" fmla="*/ 4126644 w 5517522"/>
                <a:gd name="connsiteY13" fmla="*/ 4818302 h 6130481"/>
                <a:gd name="connsiteX14" fmla="*/ 4360437 w 5517522"/>
                <a:gd name="connsiteY14" fmla="*/ 4516766 h 6130481"/>
                <a:gd name="connsiteX15" fmla="*/ 4480357 w 5517522"/>
                <a:gd name="connsiteY15" fmla="*/ 4122855 h 6130481"/>
                <a:gd name="connsiteX16" fmla="*/ 4781557 w 5517522"/>
                <a:gd name="connsiteY16" fmla="*/ 3129791 h 6130481"/>
                <a:gd name="connsiteX17" fmla="*/ 4771928 w 5517522"/>
                <a:gd name="connsiteY17" fmla="*/ 2357869 h 6130481"/>
                <a:gd name="connsiteX18" fmla="*/ 4297510 w 5517522"/>
                <a:gd name="connsiteY18" fmla="*/ 1575533 h 6130481"/>
                <a:gd name="connsiteX19" fmla="*/ 3498715 w 5517522"/>
                <a:gd name="connsiteY19" fmla="*/ 907071 h 6130481"/>
                <a:gd name="connsiteX20" fmla="*/ 2549095 w 5517522"/>
                <a:gd name="connsiteY20" fmla="*/ 671821 h 6130481"/>
                <a:gd name="connsiteX21" fmla="*/ 985319 w 5517522"/>
                <a:gd name="connsiteY21" fmla="*/ 1582475 h 6130481"/>
                <a:gd name="connsiteX22" fmla="*/ 634628 w 5517522"/>
                <a:gd name="connsiteY22" fmla="*/ 1913907 h 6130481"/>
                <a:gd name="connsiteX23" fmla="*/ 117662 w 5517522"/>
                <a:gd name="connsiteY23" fmla="*/ 2453044 h 6130481"/>
                <a:gd name="connsiteX24" fmla="*/ 2515 w 5517522"/>
                <a:gd name="connsiteY24" fmla="*/ 2685494 h 6130481"/>
                <a:gd name="connsiteX25" fmla="*/ 0 w 5517522"/>
                <a:gd name="connsiteY25" fmla="*/ 2696965 h 6130481"/>
                <a:gd name="connsiteX26" fmla="*/ 0 w 5517522"/>
                <a:gd name="connsiteY26" fmla="*/ 1587383 h 6130481"/>
                <a:gd name="connsiteX27" fmla="*/ 76951 w 5517522"/>
                <a:gd name="connsiteY27" fmla="*/ 1513741 h 6130481"/>
                <a:gd name="connsiteX28" fmla="*/ 510118 w 5517522"/>
                <a:gd name="connsiteY28" fmla="*/ 1107273 h 6130481"/>
                <a:gd name="connsiteX29" fmla="*/ 2549095 w 5517522"/>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517522" h="6130481">
                  <a:moveTo>
                    <a:pt x="2549095" y="0"/>
                  </a:moveTo>
                  <a:cubicBezTo>
                    <a:pt x="3508568" y="0"/>
                    <a:pt x="4219915" y="463445"/>
                    <a:pt x="4804175" y="1134258"/>
                  </a:cubicBezTo>
                  <a:cubicBezTo>
                    <a:pt x="5291694" y="1694109"/>
                    <a:pt x="5724011" y="2516643"/>
                    <a:pt x="5411838" y="3362353"/>
                  </a:cubicBezTo>
                  <a:cubicBezTo>
                    <a:pt x="4993181" y="4496612"/>
                    <a:pt x="5178268" y="4716633"/>
                    <a:pt x="4601621" y="5293280"/>
                  </a:cubicBezTo>
                  <a:cubicBezTo>
                    <a:pt x="4024863" y="5869926"/>
                    <a:pt x="3361551" y="6130481"/>
                    <a:pt x="2481577" y="6130481"/>
                  </a:cubicBezTo>
                  <a:cubicBezTo>
                    <a:pt x="1609329" y="6130481"/>
                    <a:pt x="818932" y="5780127"/>
                    <a:pt x="243517" y="5212325"/>
                  </a:cubicBezTo>
                  <a:cubicBezTo>
                    <a:pt x="170302" y="5140091"/>
                    <a:pt x="100568" y="5064339"/>
                    <a:pt x="34587" y="4985345"/>
                  </a:cubicBezTo>
                  <a:lnTo>
                    <a:pt x="0" y="4939620"/>
                  </a:lnTo>
                  <a:lnTo>
                    <a:pt x="0" y="3335329"/>
                  </a:lnTo>
                  <a:lnTo>
                    <a:pt x="17141" y="3448738"/>
                  </a:lnTo>
                  <a:cubicBezTo>
                    <a:pt x="50676" y="3613558"/>
                    <a:pt x="100867" y="3774516"/>
                    <a:pt x="167489" y="3930490"/>
                  </a:cubicBezTo>
                  <a:cubicBezTo>
                    <a:pt x="296255" y="4232138"/>
                    <a:pt x="480670" y="4502546"/>
                    <a:pt x="715471" y="4734212"/>
                  </a:cubicBezTo>
                  <a:cubicBezTo>
                    <a:pt x="1188993" y="5201464"/>
                    <a:pt x="1816250" y="5458772"/>
                    <a:pt x="2481689" y="5458772"/>
                  </a:cubicBezTo>
                  <a:cubicBezTo>
                    <a:pt x="3185758" y="5458772"/>
                    <a:pt x="3677755" y="5267191"/>
                    <a:pt x="4126644" y="4818302"/>
                  </a:cubicBezTo>
                  <a:cubicBezTo>
                    <a:pt x="4278363" y="4666583"/>
                    <a:pt x="4329982" y="4580701"/>
                    <a:pt x="4360437" y="4516766"/>
                  </a:cubicBezTo>
                  <a:cubicBezTo>
                    <a:pt x="4404890" y="4423495"/>
                    <a:pt x="4436577" y="4297417"/>
                    <a:pt x="4480357" y="4122855"/>
                  </a:cubicBezTo>
                  <a:cubicBezTo>
                    <a:pt x="4539030" y="3889285"/>
                    <a:pt x="4619425" y="3569275"/>
                    <a:pt x="4781557" y="3129791"/>
                  </a:cubicBezTo>
                  <a:cubicBezTo>
                    <a:pt x="4870238" y="2889503"/>
                    <a:pt x="4867103" y="2637010"/>
                    <a:pt x="4771928" y="2357869"/>
                  </a:cubicBezTo>
                  <a:cubicBezTo>
                    <a:pt x="4684815" y="2102465"/>
                    <a:pt x="4520779" y="1831945"/>
                    <a:pt x="4297510" y="1575533"/>
                  </a:cubicBezTo>
                  <a:cubicBezTo>
                    <a:pt x="4034492" y="1273549"/>
                    <a:pt x="3773266" y="1054983"/>
                    <a:pt x="3498715" y="907071"/>
                  </a:cubicBezTo>
                  <a:cubicBezTo>
                    <a:pt x="3204905" y="748745"/>
                    <a:pt x="2894187" y="671821"/>
                    <a:pt x="2549095" y="671821"/>
                  </a:cubicBezTo>
                  <a:cubicBezTo>
                    <a:pt x="1942553" y="671821"/>
                    <a:pt x="1518298" y="1049273"/>
                    <a:pt x="985319" y="1582475"/>
                  </a:cubicBezTo>
                  <a:cubicBezTo>
                    <a:pt x="865735" y="1702059"/>
                    <a:pt x="748278" y="1809774"/>
                    <a:pt x="634628" y="1913907"/>
                  </a:cubicBezTo>
                  <a:cubicBezTo>
                    <a:pt x="421325" y="2109407"/>
                    <a:pt x="237134" y="2278146"/>
                    <a:pt x="117662" y="2453044"/>
                  </a:cubicBezTo>
                  <a:cubicBezTo>
                    <a:pt x="64756" y="2530415"/>
                    <a:pt x="27022" y="2605799"/>
                    <a:pt x="2515" y="2685494"/>
                  </a:cubicBezTo>
                  <a:lnTo>
                    <a:pt x="0" y="2696965"/>
                  </a:lnTo>
                  <a:lnTo>
                    <a:pt x="0" y="1587383"/>
                  </a:lnTo>
                  <a:lnTo>
                    <a:pt x="76951" y="1513741"/>
                  </a:lnTo>
                  <a:cubicBezTo>
                    <a:pt x="217918" y="1383294"/>
                    <a:pt x="365956" y="1251435"/>
                    <a:pt x="510118" y="1107273"/>
                  </a:cubicBezTo>
                  <a:cubicBezTo>
                    <a:pt x="1086764" y="530627"/>
                    <a:pt x="1669121" y="0"/>
                    <a:pt x="25490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E7E03733-50FD-49A6-B226-40F6A0AD45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176241"/>
              <a:ext cx="5517475" cy="6130481"/>
            </a:xfrm>
            <a:custGeom>
              <a:avLst/>
              <a:gdLst>
                <a:gd name="connsiteX0" fmla="*/ 2549095 w 5517475"/>
                <a:gd name="connsiteY0" fmla="*/ 0 h 6130481"/>
                <a:gd name="connsiteX1" fmla="*/ 4804175 w 5517475"/>
                <a:gd name="connsiteY1" fmla="*/ 1134258 h 6130481"/>
                <a:gd name="connsiteX2" fmla="*/ 5411838 w 5517475"/>
                <a:gd name="connsiteY2" fmla="*/ 3362353 h 6130481"/>
                <a:gd name="connsiteX3" fmla="*/ 4601621 w 5517475"/>
                <a:gd name="connsiteY3" fmla="*/ 5293280 h 6130481"/>
                <a:gd name="connsiteX4" fmla="*/ 2481577 w 5517475"/>
                <a:gd name="connsiteY4" fmla="*/ 6130481 h 6130481"/>
                <a:gd name="connsiteX5" fmla="*/ 243517 w 5517475"/>
                <a:gd name="connsiteY5" fmla="*/ 5212325 h 6130481"/>
                <a:gd name="connsiteX6" fmla="*/ 34587 w 5517475"/>
                <a:gd name="connsiteY6" fmla="*/ 4985345 h 6130481"/>
                <a:gd name="connsiteX7" fmla="*/ 0 w 5517475"/>
                <a:gd name="connsiteY7" fmla="*/ 4939620 h 6130481"/>
                <a:gd name="connsiteX8" fmla="*/ 0 w 5517475"/>
                <a:gd name="connsiteY8" fmla="*/ 3799573 h 6130481"/>
                <a:gd name="connsiteX9" fmla="*/ 64364 w 5517475"/>
                <a:gd name="connsiteY9" fmla="*/ 3974159 h 6130481"/>
                <a:gd name="connsiteX10" fmla="*/ 636644 w 5517475"/>
                <a:gd name="connsiteY10" fmla="*/ 4813600 h 6130481"/>
                <a:gd name="connsiteX11" fmla="*/ 2481577 w 5517475"/>
                <a:gd name="connsiteY11" fmla="*/ 5570406 h 6130481"/>
                <a:gd name="connsiteX12" fmla="*/ 3449896 w 5517475"/>
                <a:gd name="connsiteY12" fmla="*/ 5407153 h 6130481"/>
                <a:gd name="connsiteX13" fmla="*/ 4205695 w 5517475"/>
                <a:gd name="connsiteY13" fmla="*/ 4897241 h 6130481"/>
                <a:gd name="connsiteX14" fmla="*/ 4461434 w 5517475"/>
                <a:gd name="connsiteY14" fmla="*/ 4564802 h 6130481"/>
                <a:gd name="connsiteX15" fmla="*/ 4588969 w 5517475"/>
                <a:gd name="connsiteY15" fmla="*/ 4149952 h 6130481"/>
                <a:gd name="connsiteX16" fmla="*/ 4886585 w 5517475"/>
                <a:gd name="connsiteY16" fmla="*/ 3168421 h 6130481"/>
                <a:gd name="connsiteX17" fmla="*/ 4877964 w 5517475"/>
                <a:gd name="connsiteY17" fmla="*/ 2321590 h 6130481"/>
                <a:gd name="connsiteX18" fmla="*/ 4382048 w 5517475"/>
                <a:gd name="connsiteY18" fmla="*/ 1501856 h 6130481"/>
                <a:gd name="connsiteX19" fmla="*/ 3551900 w 5517475"/>
                <a:gd name="connsiteY19" fmla="*/ 808425 h 6130481"/>
                <a:gd name="connsiteX20" fmla="*/ 2549095 w 5517475"/>
                <a:gd name="connsiteY20" fmla="*/ 559851 h 6130481"/>
                <a:gd name="connsiteX21" fmla="*/ 1712566 w 5517475"/>
                <a:gd name="connsiteY21" fmla="*/ 812008 h 6130481"/>
                <a:gd name="connsiteX22" fmla="*/ 906044 w 5517475"/>
                <a:gd name="connsiteY22" fmla="*/ 1502976 h 6130481"/>
                <a:gd name="connsiteX23" fmla="*/ 558825 w 5517475"/>
                <a:gd name="connsiteY23" fmla="*/ 1831049 h 6130481"/>
                <a:gd name="connsiteX24" fmla="*/ 25063 w 5517475"/>
                <a:gd name="connsiteY24" fmla="*/ 2389556 h 6130481"/>
                <a:gd name="connsiteX25" fmla="*/ 0 w 5517475"/>
                <a:gd name="connsiteY25" fmla="*/ 2432109 h 6130481"/>
                <a:gd name="connsiteX26" fmla="*/ 0 w 5517475"/>
                <a:gd name="connsiteY26" fmla="*/ 1587383 h 6130481"/>
                <a:gd name="connsiteX27" fmla="*/ 76951 w 5517475"/>
                <a:gd name="connsiteY27" fmla="*/ 1513741 h 6130481"/>
                <a:gd name="connsiteX28" fmla="*/ 510118 w 5517475"/>
                <a:gd name="connsiteY28" fmla="*/ 1107273 h 6130481"/>
                <a:gd name="connsiteX29" fmla="*/ 2549095 w 5517475"/>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517475" h="6130481">
                  <a:moveTo>
                    <a:pt x="2549095" y="0"/>
                  </a:moveTo>
                  <a:cubicBezTo>
                    <a:pt x="3508568" y="0"/>
                    <a:pt x="4219915" y="463445"/>
                    <a:pt x="4804175" y="1134258"/>
                  </a:cubicBezTo>
                  <a:cubicBezTo>
                    <a:pt x="5291694" y="1694109"/>
                    <a:pt x="5723899" y="2516643"/>
                    <a:pt x="5411838" y="3362353"/>
                  </a:cubicBezTo>
                  <a:cubicBezTo>
                    <a:pt x="4993181" y="4496612"/>
                    <a:pt x="5178268" y="4716633"/>
                    <a:pt x="4601621" y="5293280"/>
                  </a:cubicBezTo>
                  <a:cubicBezTo>
                    <a:pt x="4024863" y="5869926"/>
                    <a:pt x="3361551" y="6130481"/>
                    <a:pt x="2481577" y="6130481"/>
                  </a:cubicBezTo>
                  <a:cubicBezTo>
                    <a:pt x="1609329" y="6130481"/>
                    <a:pt x="818932" y="5780127"/>
                    <a:pt x="243517" y="5212325"/>
                  </a:cubicBezTo>
                  <a:cubicBezTo>
                    <a:pt x="170302" y="5140091"/>
                    <a:pt x="100568" y="5064339"/>
                    <a:pt x="34587" y="4985345"/>
                  </a:cubicBezTo>
                  <a:lnTo>
                    <a:pt x="0" y="4939620"/>
                  </a:lnTo>
                  <a:lnTo>
                    <a:pt x="0" y="3799573"/>
                  </a:lnTo>
                  <a:lnTo>
                    <a:pt x="64364" y="3974159"/>
                  </a:lnTo>
                  <a:cubicBezTo>
                    <a:pt x="198841" y="4289243"/>
                    <a:pt x="391429" y="4571632"/>
                    <a:pt x="636644" y="4813600"/>
                  </a:cubicBezTo>
                  <a:cubicBezTo>
                    <a:pt x="1131328" y="5301566"/>
                    <a:pt x="1786578" y="5570406"/>
                    <a:pt x="2481577" y="5570406"/>
                  </a:cubicBezTo>
                  <a:cubicBezTo>
                    <a:pt x="2854550" y="5570406"/>
                    <a:pt x="3171314" y="5516996"/>
                    <a:pt x="3449896" y="5407153"/>
                  </a:cubicBezTo>
                  <a:cubicBezTo>
                    <a:pt x="3723103" y="5299438"/>
                    <a:pt x="3970333" y="5132603"/>
                    <a:pt x="4205695" y="4897241"/>
                  </a:cubicBezTo>
                  <a:cubicBezTo>
                    <a:pt x="4369395" y="4733653"/>
                    <a:pt x="4426836" y="4637358"/>
                    <a:pt x="4461434" y="4564802"/>
                  </a:cubicBezTo>
                  <a:cubicBezTo>
                    <a:pt x="4510701" y="4461453"/>
                    <a:pt x="4543509" y="4330784"/>
                    <a:pt x="4588969" y="4149952"/>
                  </a:cubicBezTo>
                  <a:cubicBezTo>
                    <a:pt x="4646969" y="3918846"/>
                    <a:pt x="4726468" y="3602194"/>
                    <a:pt x="4886585" y="3168421"/>
                  </a:cubicBezTo>
                  <a:cubicBezTo>
                    <a:pt x="4984560" y="2902940"/>
                    <a:pt x="4981760" y="2626037"/>
                    <a:pt x="4877964" y="2321590"/>
                  </a:cubicBezTo>
                  <a:cubicBezTo>
                    <a:pt x="4786260" y="2052526"/>
                    <a:pt x="4614834" y="1769129"/>
                    <a:pt x="4382048" y="1501856"/>
                  </a:cubicBezTo>
                  <a:cubicBezTo>
                    <a:pt x="4110072" y="1189683"/>
                    <a:pt x="3838544" y="962832"/>
                    <a:pt x="3551900" y="808425"/>
                  </a:cubicBezTo>
                  <a:cubicBezTo>
                    <a:pt x="3241183" y="641141"/>
                    <a:pt x="2913222" y="559851"/>
                    <a:pt x="2549095" y="559851"/>
                  </a:cubicBezTo>
                  <a:cubicBezTo>
                    <a:pt x="2253830" y="559851"/>
                    <a:pt x="1988013" y="640134"/>
                    <a:pt x="1712566" y="812008"/>
                  </a:cubicBezTo>
                  <a:cubicBezTo>
                    <a:pt x="1428385" y="989593"/>
                    <a:pt x="1158313" y="1250707"/>
                    <a:pt x="906044" y="1502976"/>
                  </a:cubicBezTo>
                  <a:cubicBezTo>
                    <a:pt x="788140" y="1620769"/>
                    <a:pt x="671579" y="1727700"/>
                    <a:pt x="558825" y="1831049"/>
                  </a:cubicBezTo>
                  <a:cubicBezTo>
                    <a:pt x="340371" y="2031140"/>
                    <a:pt x="151813" y="2204022"/>
                    <a:pt x="25063" y="2389556"/>
                  </a:cubicBezTo>
                  <a:lnTo>
                    <a:pt x="0" y="2432109"/>
                  </a:lnTo>
                  <a:lnTo>
                    <a:pt x="0" y="1587383"/>
                  </a:lnTo>
                  <a:lnTo>
                    <a:pt x="76951" y="1513741"/>
                  </a:lnTo>
                  <a:cubicBezTo>
                    <a:pt x="217918" y="1383294"/>
                    <a:pt x="365956" y="1251435"/>
                    <a:pt x="510118" y="1107273"/>
                  </a:cubicBezTo>
                  <a:cubicBezTo>
                    <a:pt x="1086764" y="530627"/>
                    <a:pt x="1669121" y="0"/>
                    <a:pt x="25490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id="{8A614510-A9F4-41B6-B78E-F49E390C7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0"/>
              <a:ext cx="5646974" cy="6483075"/>
            </a:xfrm>
            <a:custGeom>
              <a:avLst/>
              <a:gdLst>
                <a:gd name="connsiteX0" fmla="*/ 2405773 w 5646974"/>
                <a:gd name="connsiteY0" fmla="*/ 0 h 6483075"/>
                <a:gd name="connsiteX1" fmla="*/ 5646974 w 5646974"/>
                <a:gd name="connsiteY1" fmla="*/ 3241538 h 6483075"/>
                <a:gd name="connsiteX2" fmla="*/ 2405773 w 5646974"/>
                <a:gd name="connsiteY2" fmla="*/ 6483075 h 6483075"/>
                <a:gd name="connsiteX3" fmla="*/ 113897 w 5646974"/>
                <a:gd name="connsiteY3" fmla="*/ 5533666 h 6483075"/>
                <a:gd name="connsiteX4" fmla="*/ 0 w 5646974"/>
                <a:gd name="connsiteY4" fmla="*/ 5408336 h 6483075"/>
                <a:gd name="connsiteX5" fmla="*/ 0 w 5646974"/>
                <a:gd name="connsiteY5" fmla="*/ 4983659 h 6483075"/>
                <a:gd name="connsiteX6" fmla="*/ 155731 w 5646974"/>
                <a:gd name="connsiteY6" fmla="*/ 5176047 h 6483075"/>
                <a:gd name="connsiteX7" fmla="*/ 1093706 w 5646974"/>
                <a:gd name="connsiteY7" fmla="*/ 5866903 h 6483075"/>
                <a:gd name="connsiteX8" fmla="*/ 1639673 w 5646974"/>
                <a:gd name="connsiteY8" fmla="*/ 6059940 h 6483075"/>
                <a:gd name="connsiteX9" fmla="*/ 1709990 w 5646974"/>
                <a:gd name="connsiteY9" fmla="*/ 6076287 h 6483075"/>
                <a:gd name="connsiteX10" fmla="*/ 1780307 w 5646974"/>
                <a:gd name="connsiteY10" fmla="*/ 6091963 h 6483075"/>
                <a:gd name="connsiteX11" fmla="*/ 1851072 w 5646974"/>
                <a:gd name="connsiteY11" fmla="*/ 6105176 h 6483075"/>
                <a:gd name="connsiteX12" fmla="*/ 1886455 w 5646974"/>
                <a:gd name="connsiteY12" fmla="*/ 6111782 h 6483075"/>
                <a:gd name="connsiteX13" fmla="*/ 1921949 w 5646974"/>
                <a:gd name="connsiteY13" fmla="*/ 6117716 h 6483075"/>
                <a:gd name="connsiteX14" fmla="*/ 2064152 w 5646974"/>
                <a:gd name="connsiteY14" fmla="*/ 6137647 h 6483075"/>
                <a:gd name="connsiteX15" fmla="*/ 2206914 w 5646974"/>
                <a:gd name="connsiteY15" fmla="*/ 6151195 h 6483075"/>
                <a:gd name="connsiteX16" fmla="*/ 2350011 w 5646974"/>
                <a:gd name="connsiteY16" fmla="*/ 6158250 h 6483075"/>
                <a:gd name="connsiteX17" fmla="*/ 2493109 w 5646974"/>
                <a:gd name="connsiteY17" fmla="*/ 6159705 h 6483075"/>
                <a:gd name="connsiteX18" fmla="*/ 2781321 w 5646974"/>
                <a:gd name="connsiteY18" fmla="*/ 6147277 h 6483075"/>
                <a:gd name="connsiteX19" fmla="*/ 3345091 w 5646974"/>
                <a:gd name="connsiteY19" fmla="*/ 6060276 h 6483075"/>
                <a:gd name="connsiteX20" fmla="*/ 3878853 w 5646974"/>
                <a:gd name="connsiteY20" fmla="*/ 5871718 h 6483075"/>
                <a:gd name="connsiteX21" fmla="*/ 4367267 w 5646974"/>
                <a:gd name="connsiteY21" fmla="*/ 5573093 h 6483075"/>
                <a:gd name="connsiteX22" fmla="*/ 4424484 w 5646974"/>
                <a:gd name="connsiteY22" fmla="*/ 5528529 h 6483075"/>
                <a:gd name="connsiteX23" fmla="*/ 4481252 w 5646974"/>
                <a:gd name="connsiteY23" fmla="*/ 5483069 h 6483075"/>
                <a:gd name="connsiteX24" fmla="*/ 4536790 w 5646974"/>
                <a:gd name="connsiteY24" fmla="*/ 5435818 h 6483075"/>
                <a:gd name="connsiteX25" fmla="*/ 4591543 w 5646974"/>
                <a:gd name="connsiteY25" fmla="*/ 5387671 h 6483075"/>
                <a:gd name="connsiteX26" fmla="*/ 4794209 w 5646974"/>
                <a:gd name="connsiteY26" fmla="*/ 5181198 h 6483075"/>
                <a:gd name="connsiteX27" fmla="*/ 4956678 w 5646974"/>
                <a:gd name="connsiteY27" fmla="*/ 4945836 h 6483075"/>
                <a:gd name="connsiteX28" fmla="*/ 4989262 w 5646974"/>
                <a:gd name="connsiteY28" fmla="*/ 4881453 h 6483075"/>
                <a:gd name="connsiteX29" fmla="*/ 5017814 w 5646974"/>
                <a:gd name="connsiteY29" fmla="*/ 4814607 h 6483075"/>
                <a:gd name="connsiteX30" fmla="*/ 5044127 w 5646974"/>
                <a:gd name="connsiteY30" fmla="*/ 4746193 h 6483075"/>
                <a:gd name="connsiteX31" fmla="*/ 5068425 w 5646974"/>
                <a:gd name="connsiteY31" fmla="*/ 4676436 h 6483075"/>
                <a:gd name="connsiteX32" fmla="*/ 5154641 w 5646974"/>
                <a:gd name="connsiteY32" fmla="*/ 4390352 h 6483075"/>
                <a:gd name="connsiteX33" fmla="*/ 5196854 w 5646974"/>
                <a:gd name="connsiteY33" fmla="*/ 4246134 h 6483075"/>
                <a:gd name="connsiteX34" fmla="*/ 5240299 w 5646974"/>
                <a:gd name="connsiteY34" fmla="*/ 4102140 h 6483075"/>
                <a:gd name="connsiteX35" fmla="*/ 5432440 w 5646974"/>
                <a:gd name="connsiteY35" fmla="*/ 3532884 h 6483075"/>
                <a:gd name="connsiteX36" fmla="*/ 5528846 w 5646974"/>
                <a:gd name="connsiteY36" fmla="*/ 2951647 h 6483075"/>
                <a:gd name="connsiteX37" fmla="*/ 5495927 w 5646974"/>
                <a:gd name="connsiteY37" fmla="*/ 2658733 h 6483075"/>
                <a:gd name="connsiteX38" fmla="*/ 5480027 w 5646974"/>
                <a:gd name="connsiteY38" fmla="*/ 2586848 h 6483075"/>
                <a:gd name="connsiteX39" fmla="*/ 5461328 w 5646974"/>
                <a:gd name="connsiteY39" fmla="*/ 2515635 h 6483075"/>
                <a:gd name="connsiteX40" fmla="*/ 5439605 w 5646974"/>
                <a:gd name="connsiteY40" fmla="*/ 2445317 h 6483075"/>
                <a:gd name="connsiteX41" fmla="*/ 5415532 w 5646974"/>
                <a:gd name="connsiteY41" fmla="*/ 2375896 h 6483075"/>
                <a:gd name="connsiteX42" fmla="*/ 5144564 w 5646974"/>
                <a:gd name="connsiteY42" fmla="*/ 1857138 h 6483075"/>
                <a:gd name="connsiteX43" fmla="*/ 4774838 w 5646974"/>
                <a:gd name="connsiteY43" fmla="*/ 1405450 h 6483075"/>
                <a:gd name="connsiteX44" fmla="*/ 4345769 w 5646974"/>
                <a:gd name="connsiteY44" fmla="*/ 1012323 h 6483075"/>
                <a:gd name="connsiteX45" fmla="*/ 4115334 w 5646974"/>
                <a:gd name="connsiteY45" fmla="*/ 841344 h 6483075"/>
                <a:gd name="connsiteX46" fmla="*/ 3874038 w 5646974"/>
                <a:gd name="connsiteY46" fmla="*/ 691528 h 6483075"/>
                <a:gd name="connsiteX47" fmla="*/ 3359535 w 5646974"/>
                <a:gd name="connsiteY47" fmla="*/ 468819 h 6483075"/>
                <a:gd name="connsiteX48" fmla="*/ 2811105 w 5646974"/>
                <a:gd name="connsiteY48" fmla="*/ 366031 h 6483075"/>
                <a:gd name="connsiteX49" fmla="*/ 2741124 w 5646974"/>
                <a:gd name="connsiteY49" fmla="*/ 361440 h 6483075"/>
                <a:gd name="connsiteX50" fmla="*/ 2671030 w 5646974"/>
                <a:gd name="connsiteY50" fmla="*/ 358417 h 6483075"/>
                <a:gd name="connsiteX51" fmla="*/ 2600713 w 5646974"/>
                <a:gd name="connsiteY51" fmla="*/ 357521 h 6483075"/>
                <a:gd name="connsiteX52" fmla="*/ 2531739 w 5646974"/>
                <a:gd name="connsiteY52" fmla="*/ 358529 h 6483075"/>
                <a:gd name="connsiteX53" fmla="*/ 2259988 w 5646974"/>
                <a:gd name="connsiteY53" fmla="*/ 385289 h 6483075"/>
                <a:gd name="connsiteX54" fmla="*/ 1740670 w 5646974"/>
                <a:gd name="connsiteY54" fmla="*/ 553917 h 6483075"/>
                <a:gd name="connsiteX55" fmla="*/ 1264124 w 5646974"/>
                <a:gd name="connsiteY55" fmla="*/ 853549 h 6483075"/>
                <a:gd name="connsiteX56" fmla="*/ 823074 w 5646974"/>
                <a:gd name="connsiteY56" fmla="*/ 1234136 h 6483075"/>
                <a:gd name="connsiteX57" fmla="*/ 715694 w 5646974"/>
                <a:gd name="connsiteY57" fmla="*/ 1336252 h 6483075"/>
                <a:gd name="connsiteX58" fmla="*/ 606859 w 5646974"/>
                <a:gd name="connsiteY58" fmla="*/ 1440945 h 6483075"/>
                <a:gd name="connsiteX59" fmla="*/ 382023 w 5646974"/>
                <a:gd name="connsiteY59" fmla="*/ 1646074 h 6483075"/>
                <a:gd name="connsiteX60" fmla="*/ 158531 w 5646974"/>
                <a:gd name="connsiteY60" fmla="*/ 1843813 h 6483075"/>
                <a:gd name="connsiteX61" fmla="*/ 0 w 5646974"/>
                <a:gd name="connsiteY61" fmla="*/ 1991775 h 6483075"/>
                <a:gd name="connsiteX62" fmla="*/ 0 w 5646974"/>
                <a:gd name="connsiteY62" fmla="*/ 1074740 h 6483075"/>
                <a:gd name="connsiteX63" fmla="*/ 113897 w 5646974"/>
                <a:gd name="connsiteY63" fmla="*/ 949410 h 6483075"/>
                <a:gd name="connsiteX64" fmla="*/ 2405773 w 5646974"/>
                <a:gd name="connsiteY64" fmla="*/ 0 h 6483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646974" h="6483075">
                  <a:moveTo>
                    <a:pt x="2405773" y="0"/>
                  </a:moveTo>
                  <a:cubicBezTo>
                    <a:pt x="4195841" y="0"/>
                    <a:pt x="5646974" y="1451246"/>
                    <a:pt x="5646974" y="3241538"/>
                  </a:cubicBezTo>
                  <a:cubicBezTo>
                    <a:pt x="5646974" y="5031830"/>
                    <a:pt x="4195841" y="6483075"/>
                    <a:pt x="2405773" y="6483075"/>
                  </a:cubicBezTo>
                  <a:cubicBezTo>
                    <a:pt x="1510739" y="6483075"/>
                    <a:pt x="700439" y="6120264"/>
                    <a:pt x="113897" y="5533666"/>
                  </a:cubicBezTo>
                  <a:lnTo>
                    <a:pt x="0" y="5408336"/>
                  </a:lnTo>
                  <a:lnTo>
                    <a:pt x="0" y="4983659"/>
                  </a:lnTo>
                  <a:lnTo>
                    <a:pt x="155731" y="5176047"/>
                  </a:lnTo>
                  <a:cubicBezTo>
                    <a:pt x="417742" y="5469073"/>
                    <a:pt x="741224" y="5704211"/>
                    <a:pt x="1093706" y="5866903"/>
                  </a:cubicBezTo>
                  <a:cubicBezTo>
                    <a:pt x="1269947" y="5948418"/>
                    <a:pt x="1453018" y="6013137"/>
                    <a:pt x="1639673" y="6059940"/>
                  </a:cubicBezTo>
                  <a:lnTo>
                    <a:pt x="1709990" y="6076287"/>
                  </a:lnTo>
                  <a:cubicBezTo>
                    <a:pt x="1733504" y="6081550"/>
                    <a:pt x="1756570" y="6088156"/>
                    <a:pt x="1780307" y="6091963"/>
                  </a:cubicBezTo>
                  <a:lnTo>
                    <a:pt x="1851072" y="6105176"/>
                  </a:lnTo>
                  <a:lnTo>
                    <a:pt x="1886455" y="6111782"/>
                  </a:lnTo>
                  <a:cubicBezTo>
                    <a:pt x="1898212" y="6114021"/>
                    <a:pt x="1909969" y="6116373"/>
                    <a:pt x="1921949" y="6117716"/>
                  </a:cubicBezTo>
                  <a:cubicBezTo>
                    <a:pt x="1969425" y="6124323"/>
                    <a:pt x="2016676" y="6131489"/>
                    <a:pt x="2064152" y="6137647"/>
                  </a:cubicBezTo>
                  <a:cubicBezTo>
                    <a:pt x="2111851" y="6141790"/>
                    <a:pt x="2159438" y="6146381"/>
                    <a:pt x="2206914" y="6151195"/>
                  </a:cubicBezTo>
                  <a:lnTo>
                    <a:pt x="2350011" y="6158250"/>
                  </a:lnTo>
                  <a:cubicBezTo>
                    <a:pt x="2397711" y="6159593"/>
                    <a:pt x="2445410" y="6159146"/>
                    <a:pt x="2493109" y="6159705"/>
                  </a:cubicBezTo>
                  <a:cubicBezTo>
                    <a:pt x="2589068" y="6158137"/>
                    <a:pt x="2685922" y="6154666"/>
                    <a:pt x="2781321" y="6147277"/>
                  </a:cubicBezTo>
                  <a:cubicBezTo>
                    <a:pt x="2972566" y="6132944"/>
                    <a:pt x="3161348" y="6105288"/>
                    <a:pt x="3345091" y="6060276"/>
                  </a:cubicBezTo>
                  <a:cubicBezTo>
                    <a:pt x="3528834" y="6015375"/>
                    <a:pt x="3707539" y="5952785"/>
                    <a:pt x="3878853" y="5871718"/>
                  </a:cubicBezTo>
                  <a:cubicBezTo>
                    <a:pt x="4050167" y="5790428"/>
                    <a:pt x="4213084" y="5689318"/>
                    <a:pt x="4367267" y="5573093"/>
                  </a:cubicBezTo>
                  <a:lnTo>
                    <a:pt x="4424484" y="5528529"/>
                  </a:lnTo>
                  <a:cubicBezTo>
                    <a:pt x="4443631" y="5513637"/>
                    <a:pt x="4463113" y="5499193"/>
                    <a:pt x="4481252" y="5483069"/>
                  </a:cubicBezTo>
                  <a:lnTo>
                    <a:pt x="4536790" y="5435818"/>
                  </a:lnTo>
                  <a:cubicBezTo>
                    <a:pt x="4555265" y="5419918"/>
                    <a:pt x="4574188" y="5404466"/>
                    <a:pt x="4591543" y="5387671"/>
                  </a:cubicBezTo>
                  <a:cubicBezTo>
                    <a:pt x="4662980" y="5321944"/>
                    <a:pt x="4733074" y="5254650"/>
                    <a:pt x="4794209" y="5181198"/>
                  </a:cubicBezTo>
                  <a:cubicBezTo>
                    <a:pt x="4857808" y="5109089"/>
                    <a:pt x="4910434" y="5029926"/>
                    <a:pt x="4956678" y="4945836"/>
                  </a:cubicBezTo>
                  <a:cubicBezTo>
                    <a:pt x="4967651" y="4924450"/>
                    <a:pt x="4978624" y="4903064"/>
                    <a:pt x="4989262" y="4881453"/>
                  </a:cubicBezTo>
                  <a:lnTo>
                    <a:pt x="5017814" y="4814607"/>
                  </a:lnTo>
                  <a:cubicBezTo>
                    <a:pt x="5027891" y="4792549"/>
                    <a:pt x="5035393" y="4769035"/>
                    <a:pt x="5044127" y="4746193"/>
                  </a:cubicBezTo>
                  <a:cubicBezTo>
                    <a:pt x="5052636" y="4723128"/>
                    <a:pt x="5061146" y="4700174"/>
                    <a:pt x="5068425" y="4676436"/>
                  </a:cubicBezTo>
                  <a:cubicBezTo>
                    <a:pt x="5099552" y="4582717"/>
                    <a:pt x="5126985" y="4486422"/>
                    <a:pt x="5154641" y="4390352"/>
                  </a:cubicBezTo>
                  <a:lnTo>
                    <a:pt x="5196854" y="4246134"/>
                  </a:lnTo>
                  <a:lnTo>
                    <a:pt x="5240299" y="4102140"/>
                  </a:lnTo>
                  <a:cubicBezTo>
                    <a:pt x="5299195" y="3910560"/>
                    <a:pt x="5364697" y="3721330"/>
                    <a:pt x="5432440" y="3532884"/>
                  </a:cubicBezTo>
                  <a:cubicBezTo>
                    <a:pt x="5500294" y="3346902"/>
                    <a:pt x="5533549" y="3148714"/>
                    <a:pt x="5528846" y="2951647"/>
                  </a:cubicBezTo>
                  <a:cubicBezTo>
                    <a:pt x="5526831" y="2853113"/>
                    <a:pt x="5515409" y="2755027"/>
                    <a:pt x="5495927" y="2658733"/>
                  </a:cubicBezTo>
                  <a:cubicBezTo>
                    <a:pt x="5491112" y="2634659"/>
                    <a:pt x="5486297" y="2610585"/>
                    <a:pt x="5480027" y="2586848"/>
                  </a:cubicBezTo>
                  <a:cubicBezTo>
                    <a:pt x="5474205" y="2562998"/>
                    <a:pt x="5468718" y="2539036"/>
                    <a:pt x="5461328" y="2515635"/>
                  </a:cubicBezTo>
                  <a:cubicBezTo>
                    <a:pt x="5454386" y="2492009"/>
                    <a:pt x="5447668" y="2468495"/>
                    <a:pt x="5439605" y="2445317"/>
                  </a:cubicBezTo>
                  <a:cubicBezTo>
                    <a:pt x="5431879" y="2422028"/>
                    <a:pt x="5424378" y="2398738"/>
                    <a:pt x="5415532" y="2375896"/>
                  </a:cubicBezTo>
                  <a:cubicBezTo>
                    <a:pt x="5347790" y="2191817"/>
                    <a:pt x="5254071" y="2018599"/>
                    <a:pt x="5144564" y="1857138"/>
                  </a:cubicBezTo>
                  <a:cubicBezTo>
                    <a:pt x="5034946" y="1695565"/>
                    <a:pt x="4909762" y="1545301"/>
                    <a:pt x="4774838" y="1405450"/>
                  </a:cubicBezTo>
                  <a:cubicBezTo>
                    <a:pt x="4638907" y="1265040"/>
                    <a:pt x="4496145" y="1132131"/>
                    <a:pt x="4345769" y="1012323"/>
                  </a:cubicBezTo>
                  <a:cubicBezTo>
                    <a:pt x="4270749" y="952195"/>
                    <a:pt x="4194273" y="894642"/>
                    <a:pt x="4115334" y="841344"/>
                  </a:cubicBezTo>
                  <a:cubicBezTo>
                    <a:pt x="4037067" y="787263"/>
                    <a:pt x="3956336" y="737548"/>
                    <a:pt x="3874038" y="691528"/>
                  </a:cubicBezTo>
                  <a:cubicBezTo>
                    <a:pt x="3709554" y="599712"/>
                    <a:pt x="3537792" y="523349"/>
                    <a:pt x="3359535" y="468819"/>
                  </a:cubicBezTo>
                  <a:cubicBezTo>
                    <a:pt x="3181278" y="414514"/>
                    <a:pt x="2997311" y="380699"/>
                    <a:pt x="2811105" y="366031"/>
                  </a:cubicBezTo>
                  <a:cubicBezTo>
                    <a:pt x="2787703" y="364575"/>
                    <a:pt x="2764525" y="362448"/>
                    <a:pt x="2741124" y="361440"/>
                  </a:cubicBezTo>
                  <a:lnTo>
                    <a:pt x="2671030" y="358417"/>
                  </a:lnTo>
                  <a:lnTo>
                    <a:pt x="2600713" y="357521"/>
                  </a:lnTo>
                  <a:cubicBezTo>
                    <a:pt x="2577087" y="356961"/>
                    <a:pt x="2554805" y="358305"/>
                    <a:pt x="2531739" y="358529"/>
                  </a:cubicBezTo>
                  <a:cubicBezTo>
                    <a:pt x="2440259" y="360992"/>
                    <a:pt x="2349564" y="370285"/>
                    <a:pt x="2259988" y="385289"/>
                  </a:cubicBezTo>
                  <a:cubicBezTo>
                    <a:pt x="2080723" y="415521"/>
                    <a:pt x="1906945" y="473634"/>
                    <a:pt x="1740670" y="553917"/>
                  </a:cubicBezTo>
                  <a:cubicBezTo>
                    <a:pt x="1574506" y="634647"/>
                    <a:pt x="1415844" y="737100"/>
                    <a:pt x="1264124" y="853549"/>
                  </a:cubicBezTo>
                  <a:cubicBezTo>
                    <a:pt x="1112181" y="969886"/>
                    <a:pt x="966508" y="1099212"/>
                    <a:pt x="823074" y="1234136"/>
                  </a:cubicBezTo>
                  <a:cubicBezTo>
                    <a:pt x="787131" y="1267951"/>
                    <a:pt x="751413" y="1301990"/>
                    <a:pt x="715694" y="1336252"/>
                  </a:cubicBezTo>
                  <a:lnTo>
                    <a:pt x="606859" y="1440945"/>
                  </a:lnTo>
                  <a:cubicBezTo>
                    <a:pt x="532623" y="1511374"/>
                    <a:pt x="457267" y="1579452"/>
                    <a:pt x="382023" y="1646074"/>
                  </a:cubicBezTo>
                  <a:lnTo>
                    <a:pt x="158531" y="1843813"/>
                  </a:lnTo>
                  <a:lnTo>
                    <a:pt x="0" y="1991775"/>
                  </a:lnTo>
                  <a:lnTo>
                    <a:pt x="0" y="1074740"/>
                  </a:lnTo>
                  <a:lnTo>
                    <a:pt x="113897" y="949410"/>
                  </a:lnTo>
                  <a:cubicBezTo>
                    <a:pt x="700439" y="362812"/>
                    <a:pt x="1510739" y="0"/>
                    <a:pt x="2405773" y="0"/>
                  </a:cubicBezTo>
                  <a:close/>
                </a:path>
              </a:pathLst>
            </a:custGeom>
            <a:gradFill>
              <a:gsLst>
                <a:gs pos="2000">
                  <a:schemeClr val="bg1">
                    <a:alpha val="10000"/>
                  </a:schemeClr>
                </a:gs>
                <a:gs pos="16000">
                  <a:schemeClr val="accent6">
                    <a:alpha val="10000"/>
                  </a:schemeClr>
                </a:gs>
                <a:gs pos="100000">
                  <a:schemeClr val="bg1">
                    <a:alpha val="10000"/>
                  </a:schemeClr>
                </a:gs>
                <a:gs pos="74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4689CF0D-EDCD-EBF4-ACEF-C2F7257FDA54}"/>
              </a:ext>
            </a:extLst>
          </p:cNvPr>
          <p:cNvSpPr>
            <a:spLocks noGrp="1"/>
          </p:cNvSpPr>
          <p:nvPr>
            <p:ph type="title"/>
          </p:nvPr>
        </p:nvSpPr>
        <p:spPr>
          <a:xfrm>
            <a:off x="804672" y="2053641"/>
            <a:ext cx="3669161" cy="2760098"/>
          </a:xfrm>
        </p:spPr>
        <p:txBody>
          <a:bodyPr>
            <a:normAutofit/>
          </a:bodyPr>
          <a:lstStyle/>
          <a:p>
            <a:r>
              <a:rPr lang="en-IL" sz="4000">
                <a:solidFill>
                  <a:schemeClr val="tx2"/>
                </a:solidFill>
              </a:rPr>
              <a:t>Selectors</a:t>
            </a:r>
          </a:p>
        </p:txBody>
      </p:sp>
      <p:sp>
        <p:nvSpPr>
          <p:cNvPr id="3" name="Content Placeholder 2">
            <a:extLst>
              <a:ext uri="{FF2B5EF4-FFF2-40B4-BE49-F238E27FC236}">
                <a16:creationId xmlns:a16="http://schemas.microsoft.com/office/drawing/2014/main" id="{8B6C040A-3200-109B-E2D5-7BE3A606F2FF}"/>
              </a:ext>
            </a:extLst>
          </p:cNvPr>
          <p:cNvSpPr>
            <a:spLocks noGrp="1"/>
          </p:cNvSpPr>
          <p:nvPr>
            <p:ph idx="1"/>
          </p:nvPr>
        </p:nvSpPr>
        <p:spPr>
          <a:xfrm>
            <a:off x="6090574" y="801866"/>
            <a:ext cx="5306084" cy="5230634"/>
          </a:xfrm>
          <a:noFill/>
          <a:ln>
            <a:noFill/>
          </a:ln>
        </p:spPr>
        <p:txBody>
          <a:bodyPr anchor="ctr">
            <a:normAutofit/>
          </a:bodyPr>
          <a:lstStyle/>
          <a:p>
            <a:r>
              <a:rPr lang="en-US" sz="1800" b="0" i="0" dirty="0">
                <a:solidFill>
                  <a:schemeClr val="tx2"/>
                </a:solidFill>
                <a:effectLst/>
                <a:latin typeface="Söhne"/>
              </a:rPr>
              <a:t>CSS selectors are used to select the elements on an HTML page that you want to style. There are many different types of selectors available, each with its own specific use case.</a:t>
            </a:r>
          </a:p>
        </p:txBody>
      </p:sp>
    </p:spTree>
    <p:extLst>
      <p:ext uri="{BB962C8B-B14F-4D97-AF65-F5344CB8AC3E}">
        <p14:creationId xmlns:p14="http://schemas.microsoft.com/office/powerpoint/2010/main" val="3110004850"/>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A07897-164D-1848-9327-ACE741B90CE7}"/>
              </a:ext>
            </a:extLst>
          </p:cNvPr>
          <p:cNvSpPr>
            <a:spLocks noGrp="1"/>
          </p:cNvSpPr>
          <p:nvPr>
            <p:ph type="title"/>
          </p:nvPr>
        </p:nvSpPr>
        <p:spPr>
          <a:xfrm>
            <a:off x="801098" y="1396289"/>
            <a:ext cx="5277333" cy="1325563"/>
          </a:xfrm>
        </p:spPr>
        <p:txBody>
          <a:bodyPr>
            <a:normAutofit/>
          </a:bodyPr>
          <a:lstStyle/>
          <a:p>
            <a:r>
              <a:rPr lang="en-IL" dirty="0"/>
              <a:t>Class And Id</a:t>
            </a:r>
          </a:p>
        </p:txBody>
      </p:sp>
      <p:sp>
        <p:nvSpPr>
          <p:cNvPr id="3" name="Content Placeholder 2">
            <a:extLst>
              <a:ext uri="{FF2B5EF4-FFF2-40B4-BE49-F238E27FC236}">
                <a16:creationId xmlns:a16="http://schemas.microsoft.com/office/drawing/2014/main" id="{DFDB57CC-AE69-C16B-5EB4-3C5DC27EC459}"/>
              </a:ext>
            </a:extLst>
          </p:cNvPr>
          <p:cNvSpPr>
            <a:spLocks noGrp="1"/>
          </p:cNvSpPr>
          <p:nvPr>
            <p:ph idx="1"/>
          </p:nvPr>
        </p:nvSpPr>
        <p:spPr>
          <a:xfrm>
            <a:off x="805543" y="2871982"/>
            <a:ext cx="5272888" cy="3181684"/>
          </a:xfrm>
        </p:spPr>
        <p:txBody>
          <a:bodyPr anchor="t">
            <a:normAutofit/>
          </a:bodyPr>
          <a:lstStyle/>
          <a:p>
            <a:r>
              <a:rPr lang="en-US" sz="1800" b="0" i="0">
                <a:effectLst/>
                <a:latin typeface="Söhne"/>
              </a:rPr>
              <a:t>In HTML, the class attribute is used to apply a class name to an element, and the id attribute is used to apply a unique ID to an element. These attributes can be used with CSS selectors to apply styles to specific elements on a page.</a:t>
            </a:r>
          </a:p>
          <a:p>
            <a:r>
              <a:rPr lang="en-US" sz="1800" b="0" i="0">
                <a:effectLst/>
                <a:latin typeface="Söhne"/>
              </a:rPr>
              <a:t>The class selector allows you to select elements based on their class name.</a:t>
            </a:r>
          </a:p>
          <a:p>
            <a:endParaRPr lang="en-IL" sz="1800"/>
          </a:p>
        </p:txBody>
      </p:sp>
      <p:sp>
        <p:nvSpPr>
          <p:cNvPr id="10" name="Freeform 49">
            <a:extLst>
              <a:ext uri="{FF2B5EF4-FFF2-40B4-BE49-F238E27FC236}">
                <a16:creationId xmlns:a16="http://schemas.microsoft.com/office/drawing/2014/main" id="{EF9B8DF2-C3F5-49A2-94D2-F7B65A0F1F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713914" y="581159"/>
            <a:ext cx="5478085" cy="6276841"/>
          </a:xfrm>
          <a:custGeom>
            <a:avLst/>
            <a:gdLst>
              <a:gd name="connsiteX0" fmla="*/ 2178155 w 5478085"/>
              <a:gd name="connsiteY0" fmla="*/ 0 h 6276841"/>
              <a:gd name="connsiteX1" fmla="*/ 5478085 w 5478085"/>
              <a:gd name="connsiteY1" fmla="*/ 3299930 h 6276841"/>
              <a:gd name="connsiteX2" fmla="*/ 3751098 w 5478085"/>
              <a:gd name="connsiteY2" fmla="*/ 6201577 h 6276841"/>
              <a:gd name="connsiteX3" fmla="*/ 3594858 w 5478085"/>
              <a:gd name="connsiteY3" fmla="*/ 6276841 h 6276841"/>
              <a:gd name="connsiteX4" fmla="*/ 761453 w 5478085"/>
              <a:gd name="connsiteY4" fmla="*/ 6276841 h 6276841"/>
              <a:gd name="connsiteX5" fmla="*/ 605213 w 5478085"/>
              <a:gd name="connsiteY5" fmla="*/ 6201577 h 6276841"/>
              <a:gd name="connsiteX6" fmla="*/ 79093 w 5478085"/>
              <a:gd name="connsiteY6" fmla="*/ 5846317 h 6276841"/>
              <a:gd name="connsiteX7" fmla="*/ 0 w 5478085"/>
              <a:gd name="connsiteY7" fmla="*/ 5774432 h 6276841"/>
              <a:gd name="connsiteX8" fmla="*/ 0 w 5478085"/>
              <a:gd name="connsiteY8" fmla="*/ 825429 h 6276841"/>
              <a:gd name="connsiteX9" fmla="*/ 79093 w 5478085"/>
              <a:gd name="connsiteY9" fmla="*/ 753544 h 6276841"/>
              <a:gd name="connsiteX10" fmla="*/ 2178155 w 5478085"/>
              <a:gd name="connsiteY10" fmla="*/ 0 h 6276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78085" h="6276841">
                <a:moveTo>
                  <a:pt x="2178155" y="0"/>
                </a:moveTo>
                <a:cubicBezTo>
                  <a:pt x="4000656" y="0"/>
                  <a:pt x="5478085" y="1477429"/>
                  <a:pt x="5478085" y="3299930"/>
                </a:cubicBezTo>
                <a:cubicBezTo>
                  <a:pt x="5478085" y="4552900"/>
                  <a:pt x="4779769" y="5642769"/>
                  <a:pt x="3751098" y="6201577"/>
                </a:cubicBezTo>
                <a:lnTo>
                  <a:pt x="3594858" y="6276841"/>
                </a:lnTo>
                <a:lnTo>
                  <a:pt x="761453" y="6276841"/>
                </a:lnTo>
                <a:lnTo>
                  <a:pt x="605213" y="6201577"/>
                </a:lnTo>
                <a:cubicBezTo>
                  <a:pt x="418182" y="6099975"/>
                  <a:pt x="242071" y="5980818"/>
                  <a:pt x="79093" y="5846317"/>
                </a:cubicBezTo>
                <a:lnTo>
                  <a:pt x="0" y="5774432"/>
                </a:lnTo>
                <a:lnTo>
                  <a:pt x="0" y="825429"/>
                </a:lnTo>
                <a:lnTo>
                  <a:pt x="79093" y="753544"/>
                </a:lnTo>
                <a:cubicBezTo>
                  <a:pt x="649516" y="282789"/>
                  <a:pt x="1380811" y="0"/>
                  <a:pt x="2178155" y="0"/>
                </a:cubicBezTo>
                <a:close/>
              </a:path>
            </a:pathLst>
          </a:custGeom>
          <a:solidFill>
            <a:srgbClr val="FFFFFF">
              <a:alpha val="80000"/>
            </a:srgbClr>
          </a:solidFill>
          <a:ln w="317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Freeform: Shape 11">
            <a:extLst>
              <a:ext uri="{FF2B5EF4-FFF2-40B4-BE49-F238E27FC236}">
                <a16:creationId xmlns:a16="http://schemas.microsoft.com/office/drawing/2014/main" id="{4330B6AC-E6AB-45E4-A303-C8DE90EB2A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93318" y="760562"/>
            <a:ext cx="5298683" cy="6097438"/>
          </a:xfrm>
          <a:custGeom>
            <a:avLst/>
            <a:gdLst>
              <a:gd name="connsiteX0" fmla="*/ 3120528 w 5298683"/>
              <a:gd name="connsiteY0" fmla="*/ 0 h 6097438"/>
              <a:gd name="connsiteX1" fmla="*/ 5105473 w 5298683"/>
              <a:gd name="connsiteY1" fmla="*/ 712577 h 6097438"/>
              <a:gd name="connsiteX2" fmla="*/ 5298683 w 5298683"/>
              <a:gd name="connsiteY2" fmla="*/ 888178 h 6097438"/>
              <a:gd name="connsiteX3" fmla="*/ 5298683 w 5298683"/>
              <a:gd name="connsiteY3" fmla="*/ 5352876 h 6097438"/>
              <a:gd name="connsiteX4" fmla="*/ 5105473 w 5298683"/>
              <a:gd name="connsiteY4" fmla="*/ 5528477 h 6097438"/>
              <a:gd name="connsiteX5" fmla="*/ 4335177 w 5298683"/>
              <a:gd name="connsiteY5" fmla="*/ 5995828 h 6097438"/>
              <a:gd name="connsiteX6" fmla="*/ 4057556 w 5298683"/>
              <a:gd name="connsiteY6" fmla="*/ 6097438 h 6097438"/>
              <a:gd name="connsiteX7" fmla="*/ 2183499 w 5298683"/>
              <a:gd name="connsiteY7" fmla="*/ 6097438 h 6097438"/>
              <a:gd name="connsiteX8" fmla="*/ 1905878 w 5298683"/>
              <a:gd name="connsiteY8" fmla="*/ 5995828 h 6097438"/>
              <a:gd name="connsiteX9" fmla="*/ 0 w 5298683"/>
              <a:gd name="connsiteY9" fmla="*/ 3120527 h 6097438"/>
              <a:gd name="connsiteX10" fmla="*/ 3120528 w 5298683"/>
              <a:gd name="connsiteY10" fmla="*/ 0 h 6097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98683" h="6097438">
                <a:moveTo>
                  <a:pt x="3120528" y="0"/>
                </a:moveTo>
                <a:cubicBezTo>
                  <a:pt x="3874524" y="0"/>
                  <a:pt x="4566062" y="267415"/>
                  <a:pt x="5105473" y="712577"/>
                </a:cubicBezTo>
                <a:lnTo>
                  <a:pt x="5298683" y="888178"/>
                </a:lnTo>
                <a:lnTo>
                  <a:pt x="5298683" y="5352876"/>
                </a:lnTo>
                <a:lnTo>
                  <a:pt x="5105473" y="5528477"/>
                </a:lnTo>
                <a:cubicBezTo>
                  <a:pt x="4874296" y="5719261"/>
                  <a:pt x="4615179" y="5877397"/>
                  <a:pt x="4335177" y="5995828"/>
                </a:cubicBezTo>
                <a:lnTo>
                  <a:pt x="4057556" y="6097438"/>
                </a:lnTo>
                <a:lnTo>
                  <a:pt x="2183499" y="6097438"/>
                </a:lnTo>
                <a:lnTo>
                  <a:pt x="1905878" y="5995828"/>
                </a:lnTo>
                <a:cubicBezTo>
                  <a:pt x="785873" y="5522106"/>
                  <a:pt x="0" y="4413092"/>
                  <a:pt x="0" y="3120527"/>
                </a:cubicBezTo>
                <a:cubicBezTo>
                  <a:pt x="0" y="1397108"/>
                  <a:pt x="1397108" y="0"/>
                  <a:pt x="3120528"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Graphic 6" descr="File HTML">
            <a:extLst>
              <a:ext uri="{FF2B5EF4-FFF2-40B4-BE49-F238E27FC236}">
                <a16:creationId xmlns:a16="http://schemas.microsoft.com/office/drawing/2014/main" id="{D12BE606-6C44-5B6D-2AB5-4488843019E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924800" y="1957050"/>
            <a:ext cx="3945463" cy="3945463"/>
          </a:xfrm>
          <a:prstGeom prst="rect">
            <a:avLst/>
          </a:prstGeom>
        </p:spPr>
      </p:pic>
    </p:spTree>
    <p:extLst>
      <p:ext uri="{BB962C8B-B14F-4D97-AF65-F5344CB8AC3E}">
        <p14:creationId xmlns:p14="http://schemas.microsoft.com/office/powerpoint/2010/main" val="244889048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BC99CB9-DDAD-44A2-8A1C-E3AF4E72DF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4053CBF-3932-45FF-8285-EE5146085F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2E751C04-BEA6-446B-A678-9C74819EBD4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8230" y="-8167"/>
            <a:ext cx="4834070" cy="2488150"/>
            <a:chOff x="6867015" y="-1"/>
            <a:chExt cx="5324985" cy="3251912"/>
          </a:xfrm>
          <a:solidFill>
            <a:schemeClr val="bg1">
              <a:alpha val="30000"/>
            </a:schemeClr>
          </a:solidFill>
        </p:grpSpPr>
        <p:sp>
          <p:nvSpPr>
            <p:cNvPr id="13" name="Freeform: Shape 12">
              <a:extLst>
                <a:ext uri="{FF2B5EF4-FFF2-40B4-BE49-F238E27FC236}">
                  <a16:creationId xmlns:a16="http://schemas.microsoft.com/office/drawing/2014/main" id="{2625A013-D9BE-43C4-AF21-6F2B003EFB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F7875715-EC2E-457F-851D-F6C817685F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F7E41CC6-0C83-40EE-80BB-79394D9E9B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00603498-5DFE-4D26-BFB5-C9269C9BDB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A42B76E4-7A45-3D6F-D38F-3F11C11FB2DE}"/>
              </a:ext>
            </a:extLst>
          </p:cNvPr>
          <p:cNvSpPr>
            <a:spLocks noGrp="1"/>
          </p:cNvSpPr>
          <p:nvPr>
            <p:ph type="title"/>
          </p:nvPr>
        </p:nvSpPr>
        <p:spPr>
          <a:xfrm>
            <a:off x="3027924" y="991261"/>
            <a:ext cx="5754696" cy="1837349"/>
          </a:xfrm>
        </p:spPr>
        <p:txBody>
          <a:bodyPr>
            <a:normAutofit/>
          </a:bodyPr>
          <a:lstStyle/>
          <a:p>
            <a:pPr algn="ctr"/>
            <a:r>
              <a:rPr lang="en-US" sz="3600">
                <a:solidFill>
                  <a:schemeClr val="tx2"/>
                </a:solidFill>
              </a:rPr>
              <a:t>L</a:t>
            </a:r>
            <a:r>
              <a:rPr lang="en-IL" sz="3600">
                <a:solidFill>
                  <a:schemeClr val="tx2"/>
                </a:solidFill>
              </a:rPr>
              <a:t>et’s do some stuff</a:t>
            </a:r>
          </a:p>
        </p:txBody>
      </p:sp>
      <p:sp>
        <p:nvSpPr>
          <p:cNvPr id="3" name="Content Placeholder 2">
            <a:extLst>
              <a:ext uri="{FF2B5EF4-FFF2-40B4-BE49-F238E27FC236}">
                <a16:creationId xmlns:a16="http://schemas.microsoft.com/office/drawing/2014/main" id="{6A8E18AD-6FDD-3C01-6790-394B04E936AD}"/>
              </a:ext>
            </a:extLst>
          </p:cNvPr>
          <p:cNvSpPr>
            <a:spLocks noGrp="1"/>
          </p:cNvSpPr>
          <p:nvPr>
            <p:ph idx="1"/>
          </p:nvPr>
        </p:nvSpPr>
        <p:spPr>
          <a:xfrm>
            <a:off x="3050412" y="2979336"/>
            <a:ext cx="5709721" cy="2430864"/>
          </a:xfrm>
        </p:spPr>
        <p:txBody>
          <a:bodyPr anchor="t">
            <a:normAutofit/>
          </a:bodyPr>
          <a:lstStyle/>
          <a:p>
            <a:r>
              <a:rPr lang="en-IL" sz="2000">
                <a:solidFill>
                  <a:schemeClr val="tx2"/>
                </a:solidFill>
              </a:rPr>
              <a:t>&lt;h1 class=“head”&gt;head 1&lt;/h1&gt;</a:t>
            </a:r>
          </a:p>
          <a:p>
            <a:r>
              <a:rPr lang="en-IL" sz="2000">
                <a:solidFill>
                  <a:schemeClr val="tx2"/>
                </a:solidFill>
              </a:rPr>
              <a:t>&lt;p id=“myId”&gt;my id is here&lt;/p&gt;</a:t>
            </a:r>
          </a:p>
        </p:txBody>
      </p:sp>
      <p:grpSp>
        <p:nvGrpSpPr>
          <p:cNvPr id="18" name="Group 17">
            <a:extLst>
              <a:ext uri="{FF2B5EF4-FFF2-40B4-BE49-F238E27FC236}">
                <a16:creationId xmlns:a16="http://schemas.microsoft.com/office/drawing/2014/main" id="{B63ACBA3-DEFD-4C6D-BBA0-64468FA99C2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058275" y="4146310"/>
            <a:ext cx="3142400" cy="2716805"/>
            <a:chOff x="-305" y="-4155"/>
            <a:chExt cx="2514948" cy="2174333"/>
          </a:xfrm>
          <a:solidFill>
            <a:schemeClr val="bg1">
              <a:alpha val="30000"/>
            </a:schemeClr>
          </a:solidFill>
        </p:grpSpPr>
        <p:sp>
          <p:nvSpPr>
            <p:cNvPr id="19" name="Freeform: Shape 18">
              <a:extLst>
                <a:ext uri="{FF2B5EF4-FFF2-40B4-BE49-F238E27FC236}">
                  <a16:creationId xmlns:a16="http://schemas.microsoft.com/office/drawing/2014/main" id="{62F7819D-2B89-4D80-A1C3-8B318116BA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B7065990-2350-41B3-858B-20EF8744F2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58DA7EC7-CAA0-4665-AA29-BFBA806ECA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2" name="Freeform: Shape 21">
              <a:extLst>
                <a:ext uri="{FF2B5EF4-FFF2-40B4-BE49-F238E27FC236}">
                  <a16:creationId xmlns:a16="http://schemas.microsoft.com/office/drawing/2014/main" id="{B1132A14-489F-4CED-B626-2A1711C987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918012172"/>
      </p:ext>
    </p:extLst>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819A166-7571-4003-A6B8-B62034C3ED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09320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675622C-6EA7-BC33-FDA4-AF8B0116C140}"/>
              </a:ext>
            </a:extLst>
          </p:cNvPr>
          <p:cNvSpPr>
            <a:spLocks noGrp="1"/>
          </p:cNvSpPr>
          <p:nvPr>
            <p:ph type="title"/>
          </p:nvPr>
        </p:nvSpPr>
        <p:spPr>
          <a:xfrm>
            <a:off x="524741" y="620392"/>
            <a:ext cx="3808268" cy="5504688"/>
          </a:xfrm>
        </p:spPr>
        <p:txBody>
          <a:bodyPr>
            <a:normAutofit/>
          </a:bodyPr>
          <a:lstStyle/>
          <a:p>
            <a:r>
              <a:rPr lang="en-IL" sz="6000" dirty="0">
                <a:solidFill>
                  <a:schemeClr val="bg1"/>
                </a:solidFill>
              </a:rPr>
              <a:t>CSS box model</a:t>
            </a:r>
            <a:br>
              <a:rPr lang="en-IL" sz="6000" dirty="0">
                <a:solidFill>
                  <a:schemeClr val="bg1"/>
                </a:solidFill>
              </a:rPr>
            </a:br>
            <a:br>
              <a:rPr lang="en-IL" sz="6000" dirty="0">
                <a:solidFill>
                  <a:schemeClr val="bg1"/>
                </a:solidFill>
              </a:rPr>
            </a:br>
            <a:r>
              <a:rPr lang="en-US" sz="1200" dirty="0">
                <a:hlinkClick r:id="rId2">
                  <a:extLst>
                    <a:ext uri="{A12FA001-AC4F-418D-AE19-62706E023703}">
                      <ahyp:hlinkClr xmlns:ahyp="http://schemas.microsoft.com/office/drawing/2018/hyperlinkcolor" val="tx"/>
                    </a:ext>
                  </a:extLst>
                </a:hlinkClick>
              </a:rPr>
              <a:t>https://www.w3schools.com/</a:t>
            </a:r>
            <a:r>
              <a:rPr lang="en-US" sz="1200" dirty="0" err="1">
                <a:hlinkClick r:id="rId2">
                  <a:extLst>
                    <a:ext uri="{A12FA001-AC4F-418D-AE19-62706E023703}">
                      <ahyp:hlinkClr xmlns:ahyp="http://schemas.microsoft.com/office/drawing/2018/hyperlinkcolor" val="tx"/>
                    </a:ext>
                  </a:extLst>
                </a:hlinkClick>
              </a:rPr>
              <a:t>css</a:t>
            </a:r>
            <a:r>
              <a:rPr lang="en-US" sz="1200" dirty="0">
                <a:hlinkClick r:id="rId2">
                  <a:extLst>
                    <a:ext uri="{A12FA001-AC4F-418D-AE19-62706E023703}">
                      <ahyp:hlinkClr xmlns:ahyp="http://schemas.microsoft.com/office/drawing/2018/hyperlinkcolor" val="tx"/>
                    </a:ext>
                  </a:extLst>
                </a:hlinkClick>
              </a:rPr>
              <a:t>/</a:t>
            </a:r>
            <a:r>
              <a:rPr lang="en-US" sz="1200" dirty="0" err="1">
                <a:hlinkClick r:id="rId2">
                  <a:extLst>
                    <a:ext uri="{A12FA001-AC4F-418D-AE19-62706E023703}">
                      <ahyp:hlinkClr xmlns:ahyp="http://schemas.microsoft.com/office/drawing/2018/hyperlinkcolor" val="tx"/>
                    </a:ext>
                  </a:extLst>
                </a:hlinkClick>
              </a:rPr>
              <a:t>css_boxmodel.asp</a:t>
            </a:r>
            <a:endParaRPr lang="en-IL" sz="1400" dirty="0"/>
          </a:p>
        </p:txBody>
      </p:sp>
      <p:graphicFrame>
        <p:nvGraphicFramePr>
          <p:cNvPr id="5" name="Content Placeholder 2">
            <a:extLst>
              <a:ext uri="{FF2B5EF4-FFF2-40B4-BE49-F238E27FC236}">
                <a16:creationId xmlns:a16="http://schemas.microsoft.com/office/drawing/2014/main" id="{DF7025C8-C012-F921-57AA-34F039A68521}"/>
              </a:ext>
            </a:extLst>
          </p:cNvPr>
          <p:cNvGraphicFramePr>
            <a:graphicFrameLocks noGrp="1"/>
          </p:cNvGraphicFramePr>
          <p:nvPr>
            <p:ph idx="1"/>
            <p:extLst>
              <p:ext uri="{D42A27DB-BD31-4B8C-83A1-F6EECF244321}">
                <p14:modId xmlns:p14="http://schemas.microsoft.com/office/powerpoint/2010/main" val="3292158962"/>
              </p:ext>
            </p:extLst>
          </p:nvPr>
        </p:nvGraphicFramePr>
        <p:xfrm>
          <a:off x="5468389" y="620392"/>
          <a:ext cx="6263640" cy="55046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06849722"/>
      </p:ext>
    </p:extLst>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05EEA-B561-0E48-F9AA-8FD8F20B3DCE}"/>
              </a:ext>
            </a:extLst>
          </p:cNvPr>
          <p:cNvSpPr>
            <a:spLocks noGrp="1"/>
          </p:cNvSpPr>
          <p:nvPr>
            <p:ph type="title"/>
          </p:nvPr>
        </p:nvSpPr>
        <p:spPr>
          <a:xfrm>
            <a:off x="4965430" y="629268"/>
            <a:ext cx="6586491" cy="1286160"/>
          </a:xfrm>
        </p:spPr>
        <p:txBody>
          <a:bodyPr anchor="b">
            <a:normAutofit/>
          </a:bodyPr>
          <a:lstStyle/>
          <a:p>
            <a:r>
              <a:rPr lang="en-IL" dirty="0"/>
              <a:t>Display</a:t>
            </a:r>
          </a:p>
        </p:txBody>
      </p:sp>
      <p:sp>
        <p:nvSpPr>
          <p:cNvPr id="3" name="Content Placeholder 2">
            <a:extLst>
              <a:ext uri="{FF2B5EF4-FFF2-40B4-BE49-F238E27FC236}">
                <a16:creationId xmlns:a16="http://schemas.microsoft.com/office/drawing/2014/main" id="{69EFE022-6620-69F0-FB5C-52057A103188}"/>
              </a:ext>
            </a:extLst>
          </p:cNvPr>
          <p:cNvSpPr>
            <a:spLocks noGrp="1"/>
          </p:cNvSpPr>
          <p:nvPr>
            <p:ph idx="1"/>
          </p:nvPr>
        </p:nvSpPr>
        <p:spPr>
          <a:xfrm>
            <a:off x="4965431" y="2438400"/>
            <a:ext cx="6586489" cy="3785419"/>
          </a:xfrm>
        </p:spPr>
        <p:txBody>
          <a:bodyPr>
            <a:normAutofit/>
          </a:bodyPr>
          <a:lstStyle/>
          <a:p>
            <a:r>
              <a:rPr lang="en-US" sz="1400" b="0" i="0" dirty="0">
                <a:effectLst/>
                <a:latin typeface="Söhne"/>
              </a:rPr>
              <a:t>in CSS, the display property specifies the type of box that an element should generate. The display property can take on a number of values, including:</a:t>
            </a:r>
          </a:p>
          <a:p>
            <a:pPr>
              <a:buFont typeface="Arial" panose="020B0604020202020204" pitchFamily="34" charset="0"/>
              <a:buChar char="•"/>
            </a:pPr>
            <a:r>
              <a:rPr lang="en-US" sz="1400" b="0" i="0" dirty="0">
                <a:effectLst/>
                <a:latin typeface="Söhne"/>
              </a:rPr>
              <a:t>block: This value causes the element to generate a block-level box, which takes up the full width of its parent element and creates a new line after it. Examples of block-level elements include div, h1, and p.</a:t>
            </a:r>
          </a:p>
          <a:p>
            <a:pPr>
              <a:buFont typeface="Arial" panose="020B0604020202020204" pitchFamily="34" charset="0"/>
              <a:buChar char="•"/>
            </a:pPr>
            <a:r>
              <a:rPr lang="en-US" sz="1400" b="0" i="0" dirty="0">
                <a:effectLst/>
                <a:latin typeface="Söhne"/>
              </a:rPr>
              <a:t>inline: This value causes the element to generate an inline-level box, which takes up only as much width as necessary and does not create a new line after it. Examples of inline-level elements include span, a, and </a:t>
            </a:r>
            <a:r>
              <a:rPr lang="en-US" sz="1400" b="0" i="0" dirty="0" err="1">
                <a:effectLst/>
                <a:latin typeface="Söhne"/>
              </a:rPr>
              <a:t>img</a:t>
            </a:r>
            <a:r>
              <a:rPr lang="en-US" sz="1400" b="0" i="0" dirty="0">
                <a:effectLst/>
                <a:latin typeface="Söhne"/>
              </a:rPr>
              <a:t>.</a:t>
            </a:r>
          </a:p>
          <a:p>
            <a:pPr>
              <a:buFont typeface="Arial" panose="020B0604020202020204" pitchFamily="34" charset="0"/>
              <a:buChar char="•"/>
            </a:pPr>
            <a:r>
              <a:rPr lang="en-US" sz="1400" b="0" i="0" dirty="0">
                <a:effectLst/>
                <a:latin typeface="Söhne"/>
              </a:rPr>
              <a:t>inline-block: This value causes the element to generate an inline-level box, but the element can have a specified width and height.</a:t>
            </a:r>
          </a:p>
          <a:p>
            <a:pPr>
              <a:buFont typeface="Arial" panose="020B0604020202020204" pitchFamily="34" charset="0"/>
              <a:buChar char="•"/>
            </a:pPr>
            <a:r>
              <a:rPr lang="en-US" sz="1400" b="0" i="0" dirty="0">
                <a:effectLst/>
                <a:latin typeface="Söhne"/>
              </a:rPr>
              <a:t>none: This value causes the element to not be displayed at all.</a:t>
            </a:r>
          </a:p>
          <a:p>
            <a:pPr>
              <a:buFont typeface="Arial" panose="020B0604020202020204" pitchFamily="34" charset="0"/>
              <a:buChar char="•"/>
            </a:pPr>
            <a:r>
              <a:rPr lang="en-US" sz="1400" b="0" i="0" dirty="0">
                <a:effectLst/>
                <a:latin typeface="Söhne"/>
              </a:rPr>
              <a:t>flex: This value causes the element to behave like a flex container. (In the future)</a:t>
            </a:r>
          </a:p>
          <a:p>
            <a:pPr>
              <a:buFont typeface="Arial" panose="020B0604020202020204" pitchFamily="34" charset="0"/>
              <a:buChar char="•"/>
            </a:pPr>
            <a:r>
              <a:rPr lang="en-US" sz="1400" b="0" i="0" dirty="0">
                <a:effectLst/>
                <a:latin typeface="Söhne"/>
              </a:rPr>
              <a:t>grid: This value causes the element to behave like a grid container. (In the future)</a:t>
            </a:r>
          </a:p>
          <a:p>
            <a:r>
              <a:rPr lang="en-US" sz="1400" b="0" i="0" dirty="0">
                <a:effectLst/>
                <a:latin typeface="Söhne"/>
              </a:rPr>
              <a:t>There is many more - </a:t>
            </a:r>
            <a:r>
              <a:rPr lang="en-US" sz="1400" b="0" i="0" dirty="0">
                <a:effectLst/>
                <a:latin typeface="Söhne"/>
                <a:hlinkClick r:id="rId2"/>
              </a:rPr>
              <a:t>all the display option</a:t>
            </a:r>
            <a:endParaRPr lang="en-US" sz="1400" b="0" i="0" dirty="0">
              <a:effectLst/>
              <a:latin typeface="Söhne"/>
            </a:endParaRPr>
          </a:p>
          <a:p>
            <a:endParaRPr lang="en-IL" sz="1400" dirty="0"/>
          </a:p>
        </p:txBody>
      </p:sp>
      <p:pic>
        <p:nvPicPr>
          <p:cNvPr id="8" name="Picture 5" descr="Question mark on green pastel background">
            <a:extLst>
              <a:ext uri="{FF2B5EF4-FFF2-40B4-BE49-F238E27FC236}">
                <a16:creationId xmlns:a16="http://schemas.microsoft.com/office/drawing/2014/main" id="{E95B0577-8D2B-C598-1472-EACE5D724E94}"/>
              </a:ext>
            </a:extLst>
          </p:cNvPr>
          <p:cNvPicPr>
            <a:picLocks noChangeAspect="1"/>
          </p:cNvPicPr>
          <p:nvPr/>
        </p:nvPicPr>
        <p:blipFill rotWithShape="1">
          <a:blip r:embed="rId3"/>
          <a:srcRect l="44648" r="4656"/>
          <a:stretch/>
        </p:blipFill>
        <p:spPr>
          <a:xfrm>
            <a:off x="20" y="10"/>
            <a:ext cx="4635571" cy="6857990"/>
          </a:xfrm>
          <a:prstGeom prst="rect">
            <a:avLst/>
          </a:prstGeom>
          <a:effectLst/>
        </p:spPr>
      </p:pic>
      <p:cxnSp>
        <p:nvCxnSpPr>
          <p:cNvPr id="10" name="Straight Connector 9">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rgbClr val="58919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03228620"/>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8">
            <a:extLst>
              <a:ext uri="{FF2B5EF4-FFF2-40B4-BE49-F238E27FC236}">
                <a16:creationId xmlns:a16="http://schemas.microsoft.com/office/drawing/2014/main" id="{09CFCDAF-46CE-4056-866C-5EE9122FDC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a:extLst>
              <a:ext uri="{FF2B5EF4-FFF2-40B4-BE49-F238E27FC236}">
                <a16:creationId xmlns:a16="http://schemas.microsoft.com/office/drawing/2014/main" id="{9F587EB1-1674-4B8B-88AD-2A81FFFB5F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14" name="Picture 4">
            <a:extLst>
              <a:ext uri="{FF2B5EF4-FFF2-40B4-BE49-F238E27FC236}">
                <a16:creationId xmlns:a16="http://schemas.microsoft.com/office/drawing/2014/main" id="{373F423C-EBDE-6F02-869C-92CD291457F8}"/>
              </a:ext>
            </a:extLst>
          </p:cNvPr>
          <p:cNvPicPr>
            <a:picLocks noChangeAspect="1"/>
          </p:cNvPicPr>
          <p:nvPr/>
        </p:nvPicPr>
        <p:blipFill rotWithShape="1">
          <a:blip r:embed="rId2">
            <a:duotone>
              <a:schemeClr val="accent1">
                <a:shade val="45000"/>
                <a:satMod val="135000"/>
              </a:schemeClr>
              <a:prstClr val="white"/>
            </a:duotone>
            <a:alphaModFix amt="35000"/>
          </a:blip>
          <a:srcRect t="15238" b="21203"/>
          <a:stretch/>
        </p:blipFill>
        <p:spPr>
          <a:xfrm>
            <a:off x="20" y="10"/>
            <a:ext cx="12191981" cy="6857989"/>
          </a:xfrm>
          <a:prstGeom prst="rect">
            <a:avLst/>
          </a:prstGeom>
        </p:spPr>
      </p:pic>
      <p:sp>
        <p:nvSpPr>
          <p:cNvPr id="2" name="Title 1">
            <a:extLst>
              <a:ext uri="{FF2B5EF4-FFF2-40B4-BE49-F238E27FC236}">
                <a16:creationId xmlns:a16="http://schemas.microsoft.com/office/drawing/2014/main" id="{36505EEA-B561-0E48-F9AA-8FD8F20B3DCE}"/>
              </a:ext>
            </a:extLst>
          </p:cNvPr>
          <p:cNvSpPr>
            <a:spLocks noGrp="1"/>
          </p:cNvSpPr>
          <p:nvPr>
            <p:ph type="title"/>
          </p:nvPr>
        </p:nvSpPr>
        <p:spPr>
          <a:xfrm>
            <a:off x="838199" y="381934"/>
            <a:ext cx="5257801" cy="5181523"/>
          </a:xfrm>
        </p:spPr>
        <p:txBody>
          <a:bodyPr anchor="b">
            <a:normAutofit/>
          </a:bodyPr>
          <a:lstStyle/>
          <a:p>
            <a:r>
              <a:rPr lang="en-IL" sz="8000" dirty="0">
                <a:solidFill>
                  <a:srgbClr val="FFFFFF"/>
                </a:solidFill>
              </a:rPr>
              <a:t>CSS width</a:t>
            </a:r>
          </a:p>
        </p:txBody>
      </p:sp>
      <p:cxnSp>
        <p:nvCxnSpPr>
          <p:cNvPr id="13" name="Straight Connector 12">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23622" y="373056"/>
            <a:ext cx="0" cy="6476066"/>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15"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2814" y="740316"/>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81594" y="969611"/>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07274" y="14847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Content Placeholder 2">
            <a:extLst>
              <a:ext uri="{FF2B5EF4-FFF2-40B4-BE49-F238E27FC236}">
                <a16:creationId xmlns:a16="http://schemas.microsoft.com/office/drawing/2014/main" id="{69EFE022-6620-69F0-FB5C-52057A103188}"/>
              </a:ext>
            </a:extLst>
          </p:cNvPr>
          <p:cNvSpPr>
            <a:spLocks noGrp="1"/>
          </p:cNvSpPr>
          <p:nvPr>
            <p:ph idx="1"/>
          </p:nvPr>
        </p:nvSpPr>
        <p:spPr>
          <a:xfrm>
            <a:off x="7229042" y="698643"/>
            <a:ext cx="4124758" cy="5301467"/>
          </a:xfrm>
        </p:spPr>
        <p:txBody>
          <a:bodyPr anchor="b">
            <a:normAutofit/>
          </a:bodyPr>
          <a:lstStyle/>
          <a:p>
            <a:r>
              <a:rPr lang="en-US" sz="2000">
                <a:solidFill>
                  <a:srgbClr val="FFFFFF"/>
                </a:solidFill>
              </a:rPr>
              <a:t>In CSS, the width property sets the width of an element's content area. The content area is the part inside the padding, border, and margin of an element.</a:t>
            </a:r>
          </a:p>
          <a:p>
            <a:r>
              <a:rPr lang="en-US" sz="2000">
                <a:solidFill>
                  <a:srgbClr val="FFFFFF"/>
                </a:solidFill>
              </a:rPr>
              <a:t>The width property can be set in length units (such as pixels, ems, or percentages), or it can be set to one of the following values:</a:t>
            </a:r>
          </a:p>
          <a:p>
            <a:r>
              <a:rPr lang="en-US" sz="2000">
                <a:solidFill>
                  <a:srgbClr val="FFFFFF"/>
                </a:solidFill>
              </a:rPr>
              <a:t>auto: This value lets the browser decide the width of the element, based on the element's content.</a:t>
            </a:r>
          </a:p>
          <a:p>
            <a:endParaRPr lang="en-US" sz="2000">
              <a:solidFill>
                <a:srgbClr val="FFFFFF"/>
              </a:solidFill>
            </a:endParaRPr>
          </a:p>
          <a:p>
            <a:r>
              <a:rPr lang="en-US" sz="2000">
                <a:solidFill>
                  <a:srgbClr val="FFFFFF"/>
                </a:solidFill>
              </a:rPr>
              <a:t>There are more (we will see the applications in the future)</a:t>
            </a:r>
          </a:p>
        </p:txBody>
      </p:sp>
    </p:spTree>
    <p:extLst>
      <p:ext uri="{BB962C8B-B14F-4D97-AF65-F5344CB8AC3E}">
        <p14:creationId xmlns:p14="http://schemas.microsoft.com/office/powerpoint/2010/main" val="4124297515"/>
      </p:ext>
    </p:extLst>
  </p:cSld>
  <p:clrMapOvr>
    <a:masterClrMapping/>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05EEA-B561-0E48-F9AA-8FD8F20B3DCE}"/>
              </a:ext>
            </a:extLst>
          </p:cNvPr>
          <p:cNvSpPr>
            <a:spLocks noGrp="1"/>
          </p:cNvSpPr>
          <p:nvPr>
            <p:ph type="title"/>
          </p:nvPr>
        </p:nvSpPr>
        <p:spPr>
          <a:xfrm>
            <a:off x="4965430" y="629268"/>
            <a:ext cx="6586491" cy="1286160"/>
          </a:xfrm>
        </p:spPr>
        <p:txBody>
          <a:bodyPr anchor="b">
            <a:normAutofit/>
          </a:bodyPr>
          <a:lstStyle/>
          <a:p>
            <a:r>
              <a:rPr lang="en-IL" dirty="0"/>
              <a:t>CSS </a:t>
            </a:r>
            <a:r>
              <a:rPr lang="en-US" dirty="0"/>
              <a:t>height</a:t>
            </a:r>
            <a:endParaRPr lang="en-IL" dirty="0"/>
          </a:p>
        </p:txBody>
      </p:sp>
      <p:pic>
        <p:nvPicPr>
          <p:cNvPr id="6" name="Picture 5">
            <a:extLst>
              <a:ext uri="{FF2B5EF4-FFF2-40B4-BE49-F238E27FC236}">
                <a16:creationId xmlns:a16="http://schemas.microsoft.com/office/drawing/2014/main" id="{909A3107-BEE3-D1CF-C241-AFEFDA56D869}"/>
              </a:ext>
            </a:extLst>
          </p:cNvPr>
          <p:cNvPicPr>
            <a:picLocks noChangeAspect="1"/>
          </p:cNvPicPr>
          <p:nvPr/>
        </p:nvPicPr>
        <p:blipFill rotWithShape="1">
          <a:blip r:embed="rId2"/>
          <a:srcRect l="26497" r="29904" b="-1"/>
          <a:stretch/>
        </p:blipFill>
        <p:spPr>
          <a:xfrm>
            <a:off x="20" y="10"/>
            <a:ext cx="4635571" cy="6857990"/>
          </a:xfrm>
          <a:prstGeom prst="rect">
            <a:avLst/>
          </a:prstGeom>
          <a:effectLst/>
        </p:spPr>
      </p:pic>
      <p:cxnSp>
        <p:nvCxnSpPr>
          <p:cNvPr id="10" name="Straight Connector 9">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rgbClr val="6CC7D3"/>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825603CC-7333-2AB5-1CBF-2BE27B3D798C}"/>
              </a:ext>
            </a:extLst>
          </p:cNvPr>
          <p:cNvGraphicFramePr>
            <a:graphicFrameLocks noGrp="1"/>
          </p:cNvGraphicFramePr>
          <p:nvPr>
            <p:ph idx="1"/>
            <p:extLst>
              <p:ext uri="{D42A27DB-BD31-4B8C-83A1-F6EECF244321}">
                <p14:modId xmlns:p14="http://schemas.microsoft.com/office/powerpoint/2010/main" val="885405188"/>
              </p:ext>
            </p:extLst>
          </p:nvPr>
        </p:nvGraphicFramePr>
        <p:xfrm>
          <a:off x="4965431" y="2438400"/>
          <a:ext cx="6586489" cy="378541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31925834"/>
      </p:ext>
    </p:extLst>
  </p:cSld>
  <p:clrMapOvr>
    <a:masterClrMapping/>
  </p:clrMapOvr>
  <mc:AlternateContent xmlns:mc="http://schemas.openxmlformats.org/markup-compatibility/2006">
    <mc:Choice xmlns:p14="http://schemas.microsoft.com/office/powerpoint/2010/main" Requires="p14">
      <p:transition spd="slow" p14:dur="1400">
        <p14:ripple/>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6EFD3D9-44F0-4267-BCC1-1613E79D82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6">
            <a:extLst>
              <a:ext uri="{FF2B5EF4-FFF2-40B4-BE49-F238E27FC236}">
                <a16:creationId xmlns:a16="http://schemas.microsoft.com/office/drawing/2014/main" id="{A779A851-95D6-41AF-937A-B0E4B7F6FA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142164" y="900814"/>
            <a:ext cx="759618" cy="5710965"/>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7">
            <a:extLst>
              <a:ext uri="{FF2B5EF4-FFF2-40B4-BE49-F238E27FC236}">
                <a16:creationId xmlns:a16="http://schemas.microsoft.com/office/drawing/2014/main" id="{953FB2E7-B6CB-429C-81EB-D9516D6D5C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144437" y="633165"/>
            <a:ext cx="482654" cy="5521414"/>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Shape 13">
            <a:extLst>
              <a:ext uri="{FF2B5EF4-FFF2-40B4-BE49-F238E27FC236}">
                <a16:creationId xmlns:a16="http://schemas.microsoft.com/office/drawing/2014/main" id="{2EC40DB1-B719-4A13-9A4D-0966B4B278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4621" y="636723"/>
            <a:ext cx="4000062" cy="5257799"/>
          </a:xfrm>
          <a:custGeom>
            <a:avLst/>
            <a:gdLst>
              <a:gd name="connsiteX0" fmla="*/ 0 w 4634682"/>
              <a:gd name="connsiteY0" fmla="*/ 0 h 5257799"/>
              <a:gd name="connsiteX1" fmla="*/ 4634682 w 4634682"/>
              <a:gd name="connsiteY1" fmla="*/ 0 h 5257799"/>
              <a:gd name="connsiteX2" fmla="*/ 4634682 w 4634682"/>
              <a:gd name="connsiteY2" fmla="*/ 5257799 h 5257799"/>
              <a:gd name="connsiteX3" fmla="*/ 0 w 4634682"/>
              <a:gd name="connsiteY3" fmla="*/ 5257799 h 5257799"/>
            </a:gdLst>
            <a:ahLst/>
            <a:cxnLst>
              <a:cxn ang="0">
                <a:pos x="connsiteX0" y="connsiteY0"/>
              </a:cxn>
              <a:cxn ang="0">
                <a:pos x="connsiteX1" y="connsiteY1"/>
              </a:cxn>
              <a:cxn ang="0">
                <a:pos x="connsiteX2" y="connsiteY2"/>
              </a:cxn>
              <a:cxn ang="0">
                <a:pos x="connsiteX3" y="connsiteY3"/>
              </a:cxn>
            </a:cxnLst>
            <a:rect l="l" t="t" r="r" b="b"/>
            <a:pathLst>
              <a:path w="4634682" h="5257799">
                <a:moveTo>
                  <a:pt x="0" y="0"/>
                </a:moveTo>
                <a:lnTo>
                  <a:pt x="4634682" y="0"/>
                </a:lnTo>
                <a:lnTo>
                  <a:pt x="4634682" y="5257799"/>
                </a:lnTo>
                <a:lnTo>
                  <a:pt x="0" y="5257799"/>
                </a:lnTo>
                <a:close/>
              </a:path>
            </a:pathLst>
          </a:cu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6505EEA-B561-0E48-F9AA-8FD8F20B3DCE}"/>
              </a:ext>
            </a:extLst>
          </p:cNvPr>
          <p:cNvSpPr>
            <a:spLocks noGrp="1"/>
          </p:cNvSpPr>
          <p:nvPr>
            <p:ph type="title"/>
          </p:nvPr>
        </p:nvSpPr>
        <p:spPr>
          <a:xfrm>
            <a:off x="934872" y="982272"/>
            <a:ext cx="3388419" cy="4560970"/>
          </a:xfrm>
        </p:spPr>
        <p:txBody>
          <a:bodyPr>
            <a:normAutofit/>
          </a:bodyPr>
          <a:lstStyle/>
          <a:p>
            <a:r>
              <a:rPr lang="en-IL" sz="4000">
                <a:solidFill>
                  <a:srgbClr val="FFFFFF"/>
                </a:solidFill>
              </a:rPr>
              <a:t>CSS hover</a:t>
            </a:r>
          </a:p>
        </p:txBody>
      </p:sp>
      <p:sp>
        <p:nvSpPr>
          <p:cNvPr id="16" name="Rectangle 8">
            <a:extLst>
              <a:ext uri="{FF2B5EF4-FFF2-40B4-BE49-F238E27FC236}">
                <a16:creationId xmlns:a16="http://schemas.microsoft.com/office/drawing/2014/main" id="{82211336-CFF3-412D-868A-6679C1004C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901782" y="1352302"/>
            <a:ext cx="6655597" cy="5251646"/>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3" name="Content Placeholder 2">
            <a:extLst>
              <a:ext uri="{FF2B5EF4-FFF2-40B4-BE49-F238E27FC236}">
                <a16:creationId xmlns:a16="http://schemas.microsoft.com/office/drawing/2014/main" id="{69EFE022-6620-69F0-FB5C-52057A103188}"/>
              </a:ext>
            </a:extLst>
          </p:cNvPr>
          <p:cNvSpPr>
            <a:spLocks noGrp="1"/>
          </p:cNvSpPr>
          <p:nvPr>
            <p:ph idx="1"/>
          </p:nvPr>
        </p:nvSpPr>
        <p:spPr>
          <a:xfrm>
            <a:off x="5221862" y="1719618"/>
            <a:ext cx="5948831" cy="4334629"/>
          </a:xfrm>
        </p:spPr>
        <p:txBody>
          <a:bodyPr anchor="ctr">
            <a:normAutofit/>
          </a:bodyPr>
          <a:lstStyle/>
          <a:p>
            <a:r>
              <a:rPr lang="en-US" sz="1900">
                <a:solidFill>
                  <a:srgbClr val="FEFFFF"/>
                </a:solidFill>
              </a:rPr>
              <a:t>in CSS, the :hover pseudo-class is used to apply styles to an element when it is hovered over by the mouse pointer. The :hover pseudo-class can be used with most elements, and is often used to add visual effects such as hover states to buttons, links, and other interactive elements.</a:t>
            </a:r>
          </a:p>
          <a:p>
            <a:endParaRPr lang="en-US" sz="1900">
              <a:solidFill>
                <a:srgbClr val="FEFFFF"/>
              </a:solidFill>
            </a:endParaRPr>
          </a:p>
          <a:p>
            <a:r>
              <a:rPr lang="en-US" sz="1900" b="0" i="0">
                <a:solidFill>
                  <a:srgbClr val="FEFFFF"/>
                </a:solidFill>
                <a:effectLst/>
                <a:latin typeface="Verdana" panose="020B0604030504040204" pitchFamily="34" charset="0"/>
              </a:rPr>
              <a:t>The :hover selector is used to select elements when you mouse over them.</a:t>
            </a:r>
          </a:p>
          <a:p>
            <a:pPr marL="0" indent="0">
              <a:buNone/>
            </a:pPr>
            <a:r>
              <a:rPr lang="en-US" sz="1900">
                <a:solidFill>
                  <a:srgbClr val="FEFFFF"/>
                </a:solidFill>
              </a:rPr>
              <a:t>p:hover {</a:t>
            </a:r>
          </a:p>
          <a:p>
            <a:pPr marL="0" indent="0">
              <a:buNone/>
            </a:pPr>
            <a:r>
              <a:rPr lang="en-US" sz="1900">
                <a:solidFill>
                  <a:srgbClr val="FEFFFF"/>
                </a:solidFill>
              </a:rPr>
              <a:t>	background-color: black;</a:t>
            </a:r>
          </a:p>
          <a:p>
            <a:pPr marL="0" indent="0">
              <a:buNone/>
            </a:pPr>
            <a:r>
              <a:rPr lang="en-US" sz="1900">
                <a:solidFill>
                  <a:srgbClr val="FEFFFF"/>
                </a:solidFill>
              </a:rPr>
              <a:t>	color: white;</a:t>
            </a:r>
          </a:p>
          <a:p>
            <a:pPr marL="0" indent="0">
              <a:buNone/>
            </a:pPr>
            <a:r>
              <a:rPr lang="en-US" sz="1900">
                <a:solidFill>
                  <a:srgbClr val="FEFFFF"/>
                </a:solidFill>
              </a:rPr>
              <a:t>}</a:t>
            </a:r>
            <a:endParaRPr lang="en-IL" sz="1900">
              <a:solidFill>
                <a:srgbClr val="FEFFFF"/>
              </a:solidFill>
            </a:endParaRPr>
          </a:p>
        </p:txBody>
      </p:sp>
    </p:spTree>
    <p:extLst>
      <p:ext uri="{BB962C8B-B14F-4D97-AF65-F5344CB8AC3E}">
        <p14:creationId xmlns:p14="http://schemas.microsoft.com/office/powerpoint/2010/main" val="3522518067"/>
      </p:ext>
    </p:extLst>
  </p:cSld>
  <p:clrMapOvr>
    <a:masterClrMapping/>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05EEA-B561-0E48-F9AA-8FD8F20B3DCE}"/>
              </a:ext>
            </a:extLst>
          </p:cNvPr>
          <p:cNvSpPr>
            <a:spLocks noGrp="1"/>
          </p:cNvSpPr>
          <p:nvPr>
            <p:ph type="title"/>
          </p:nvPr>
        </p:nvSpPr>
        <p:spPr>
          <a:xfrm>
            <a:off x="960100" y="978102"/>
            <a:ext cx="10588434" cy="1062644"/>
          </a:xfrm>
        </p:spPr>
        <p:txBody>
          <a:bodyPr anchor="b">
            <a:normAutofit/>
          </a:bodyPr>
          <a:lstStyle/>
          <a:p>
            <a:r>
              <a:rPr lang="en-US" dirty="0"/>
              <a:t>F</a:t>
            </a:r>
            <a:r>
              <a:rPr lang="en-IL" dirty="0"/>
              <a:t>ont-size</a:t>
            </a:r>
          </a:p>
        </p:txBody>
      </p:sp>
      <p:cxnSp>
        <p:nvCxnSpPr>
          <p:cNvPr id="10" name="Straight Connector 9">
            <a:extLst>
              <a:ext uri="{FF2B5EF4-FFF2-40B4-BE49-F238E27FC236}">
                <a16:creationId xmlns:a16="http://schemas.microsoft.com/office/drawing/2014/main" id="{39B7FDC9-F0CE-43A7-9F2A-83DD09DC345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47624" y="2265037"/>
            <a:ext cx="10125012" cy="0"/>
          </a:xfrm>
          <a:prstGeom prst="line">
            <a:avLst/>
          </a:prstGeom>
          <a:ln w="158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pic>
        <p:nvPicPr>
          <p:cNvPr id="7" name="Graphic 6" descr="Font">
            <a:extLst>
              <a:ext uri="{FF2B5EF4-FFF2-40B4-BE49-F238E27FC236}">
                <a16:creationId xmlns:a16="http://schemas.microsoft.com/office/drawing/2014/main" id="{A1F80816-C94D-03B3-3B6C-245198BA69E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33206" y="2811104"/>
            <a:ext cx="2928114" cy="2928114"/>
          </a:xfrm>
          <a:prstGeom prst="rect">
            <a:avLst/>
          </a:prstGeom>
        </p:spPr>
      </p:pic>
      <p:sp>
        <p:nvSpPr>
          <p:cNvPr id="3" name="Content Placeholder 2">
            <a:extLst>
              <a:ext uri="{FF2B5EF4-FFF2-40B4-BE49-F238E27FC236}">
                <a16:creationId xmlns:a16="http://schemas.microsoft.com/office/drawing/2014/main" id="{69EFE022-6620-69F0-FB5C-52057A103188}"/>
              </a:ext>
            </a:extLst>
          </p:cNvPr>
          <p:cNvSpPr>
            <a:spLocks noGrp="1"/>
          </p:cNvSpPr>
          <p:nvPr>
            <p:ph idx="1"/>
          </p:nvPr>
        </p:nvSpPr>
        <p:spPr>
          <a:xfrm>
            <a:off x="4955354" y="2682433"/>
            <a:ext cx="6282169" cy="3215749"/>
          </a:xfrm>
        </p:spPr>
        <p:txBody>
          <a:bodyPr>
            <a:normAutofit/>
          </a:bodyPr>
          <a:lstStyle/>
          <a:p>
            <a:r>
              <a:rPr lang="en-US" sz="2400" dirty="0"/>
              <a:t>The font-size property in CSS is used to specify the size of the font for an element. The font size can be set to a specific size in pixels or points, or it can be set to one of several predefined size keywords, such as small, medium, and large.</a:t>
            </a:r>
          </a:p>
          <a:p>
            <a:endParaRPr lang="en-US" sz="2400" dirty="0"/>
          </a:p>
          <a:p>
            <a:r>
              <a:rPr lang="en-US" sz="2400" dirty="0"/>
              <a:t>Font-size: 35px;</a:t>
            </a:r>
            <a:endParaRPr lang="en-IL" sz="2400" dirty="0"/>
          </a:p>
        </p:txBody>
      </p:sp>
    </p:spTree>
    <p:extLst>
      <p:ext uri="{BB962C8B-B14F-4D97-AF65-F5344CB8AC3E}">
        <p14:creationId xmlns:p14="http://schemas.microsoft.com/office/powerpoint/2010/main" val="3939324113"/>
      </p:ext>
    </p:extLst>
  </p:cSld>
  <p:clrMapOvr>
    <a:masterClrMapping/>
  </p:clrMapOvr>
  <mc:AlternateContent xmlns:mc="http://schemas.openxmlformats.org/markup-compatibility/2006">
    <mc:Choice xmlns:p14="http://schemas.microsoft.com/office/powerpoint/2010/main" Requires="p14">
      <p:transition spd="slow" p14:dur="1600">
        <p14:prism isContent="1" isInverted="1"/>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15">
            <a:extLst>
              <a:ext uri="{FF2B5EF4-FFF2-40B4-BE49-F238E27FC236}">
                <a16:creationId xmlns:a16="http://schemas.microsoft.com/office/drawing/2014/main" id="{A9D2268A-D939-4E78-91B6-6C7E464067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Close up of ruler">
            <a:extLst>
              <a:ext uri="{FF2B5EF4-FFF2-40B4-BE49-F238E27FC236}">
                <a16:creationId xmlns:a16="http://schemas.microsoft.com/office/drawing/2014/main" id="{CB16D8CF-EB63-26A2-F845-50F5EAA0DA43}"/>
              </a:ext>
            </a:extLst>
          </p:cNvPr>
          <p:cNvPicPr>
            <a:picLocks noChangeAspect="1"/>
          </p:cNvPicPr>
          <p:nvPr/>
        </p:nvPicPr>
        <p:blipFill rotWithShape="1">
          <a:blip r:embed="rId2">
            <a:alphaModFix amt="40000"/>
          </a:blip>
          <a:srcRect t="14228" b="1503"/>
          <a:stretch/>
        </p:blipFill>
        <p:spPr>
          <a:xfrm>
            <a:off x="20" y="10"/>
            <a:ext cx="12191979" cy="6857990"/>
          </a:xfrm>
          <a:prstGeom prst="rect">
            <a:avLst/>
          </a:prstGeom>
        </p:spPr>
      </p:pic>
      <p:sp>
        <p:nvSpPr>
          <p:cNvPr id="2" name="Title 1">
            <a:extLst>
              <a:ext uri="{FF2B5EF4-FFF2-40B4-BE49-F238E27FC236}">
                <a16:creationId xmlns:a16="http://schemas.microsoft.com/office/drawing/2014/main" id="{AE5A34C4-7AA2-110E-C241-B379C5894892}"/>
              </a:ext>
            </a:extLst>
          </p:cNvPr>
          <p:cNvSpPr>
            <a:spLocks noGrp="1"/>
          </p:cNvSpPr>
          <p:nvPr>
            <p:ph type="title"/>
          </p:nvPr>
        </p:nvSpPr>
        <p:spPr>
          <a:xfrm>
            <a:off x="640080" y="853673"/>
            <a:ext cx="4023360" cy="5004794"/>
          </a:xfrm>
        </p:spPr>
        <p:txBody>
          <a:bodyPr>
            <a:normAutofit/>
          </a:bodyPr>
          <a:lstStyle/>
          <a:p>
            <a:r>
              <a:rPr lang="en-US" sz="5400" dirty="0">
                <a:solidFill>
                  <a:srgbClr val="FFFFFF"/>
                </a:solidFill>
              </a:rPr>
              <a:t>C</a:t>
            </a:r>
            <a:r>
              <a:rPr lang="en-IL" sz="5400" dirty="0">
                <a:solidFill>
                  <a:srgbClr val="FFFFFF"/>
                </a:solidFill>
              </a:rPr>
              <a:t>SS units</a:t>
            </a:r>
          </a:p>
        </p:txBody>
      </p:sp>
      <p:sp>
        <p:nvSpPr>
          <p:cNvPr id="3" name="Content Placeholder 2">
            <a:extLst>
              <a:ext uri="{FF2B5EF4-FFF2-40B4-BE49-F238E27FC236}">
                <a16:creationId xmlns:a16="http://schemas.microsoft.com/office/drawing/2014/main" id="{377E89EA-660D-F01C-778F-09673170EED2}"/>
              </a:ext>
            </a:extLst>
          </p:cNvPr>
          <p:cNvSpPr>
            <a:spLocks noGrp="1"/>
          </p:cNvSpPr>
          <p:nvPr>
            <p:ph idx="1"/>
          </p:nvPr>
        </p:nvSpPr>
        <p:spPr>
          <a:xfrm>
            <a:off x="5599083" y="853673"/>
            <a:ext cx="5715000" cy="5004794"/>
          </a:xfrm>
        </p:spPr>
        <p:txBody>
          <a:bodyPr anchor="ctr">
            <a:normAutofit/>
          </a:bodyPr>
          <a:lstStyle/>
          <a:p>
            <a:r>
              <a:rPr lang="en-US" sz="1000">
                <a:solidFill>
                  <a:srgbClr val="FFFFFF"/>
                </a:solidFill>
              </a:rPr>
              <a:t>In CSS, em and rem are units of measurement that are used to specify the size of font, padding, margin, and other elements.</a:t>
            </a:r>
          </a:p>
          <a:p>
            <a:r>
              <a:rPr lang="en-US" sz="1000" b="1">
                <a:solidFill>
                  <a:srgbClr val="FFFFFF"/>
                </a:solidFill>
              </a:rPr>
              <a:t>em</a:t>
            </a:r>
            <a:r>
              <a:rPr lang="en-US" sz="1000">
                <a:solidFill>
                  <a:srgbClr val="FFFFFF"/>
                </a:solidFill>
              </a:rPr>
              <a:t> is a relative unit of measurement that is based on the size of the font of the element it is applied to. One em is equal to the size of the current font. For example, if the font size of an element is 16px, then 1em is equal to 16px. If the parent element's font size is 14px, then 1em is equal to 14px for that element. em values can be nested, so the size of an element can be based on the size of the parent element's font, which can be based on the size of its parent element's font, and so on.</a:t>
            </a:r>
          </a:p>
          <a:p>
            <a:r>
              <a:rPr lang="en-US" sz="1000" b="1">
                <a:solidFill>
                  <a:srgbClr val="FFFFFF"/>
                </a:solidFill>
              </a:rPr>
              <a:t>rem</a:t>
            </a:r>
            <a:r>
              <a:rPr lang="en-US" sz="1000">
                <a:solidFill>
                  <a:srgbClr val="FFFFFF"/>
                </a:solidFill>
              </a:rPr>
              <a:t> is a relative unit of measurement that is based on the size of the root element (html) of the document. One rem is equal to the size of the root element's font. This means that 1rem is always equal to the same size, regardless of the font size of the parent element.</a:t>
            </a:r>
          </a:p>
          <a:p>
            <a:r>
              <a:rPr lang="en-US" sz="1000">
                <a:solidFill>
                  <a:srgbClr val="FFFFFF"/>
                </a:solidFill>
              </a:rPr>
              <a:t>In addition to em and rem, there are several other units of measurement that can be used in CSS:</a:t>
            </a:r>
          </a:p>
          <a:p>
            <a:r>
              <a:rPr lang="en-US" sz="1000" b="1">
                <a:solidFill>
                  <a:srgbClr val="FFFFFF"/>
                </a:solidFill>
              </a:rPr>
              <a:t>px</a:t>
            </a:r>
            <a:r>
              <a:rPr lang="en-US" sz="1000">
                <a:solidFill>
                  <a:srgbClr val="FFFFFF"/>
                </a:solidFill>
              </a:rPr>
              <a:t> (pixels): A fixed unit of measurement based on the resolution of the screen. One px is equal to one physical pixel on the screen.</a:t>
            </a:r>
          </a:p>
          <a:p>
            <a:r>
              <a:rPr lang="en-US" sz="1000">
                <a:solidFill>
                  <a:srgbClr val="FFFFFF"/>
                </a:solidFill>
              </a:rPr>
              <a:t>pt (points): A fixed unit of measurement based on the size of a physical printed page. One pt is equal to 1/72 of an inch.</a:t>
            </a:r>
          </a:p>
          <a:p>
            <a:r>
              <a:rPr lang="en-US" sz="1000">
                <a:solidFill>
                  <a:srgbClr val="FFFFFF"/>
                </a:solidFill>
              </a:rPr>
              <a:t>% (percentage): A relative unit of measurement based on the size of the parent element. For example, 50% is equal to half the size of the parent element.</a:t>
            </a:r>
          </a:p>
          <a:p>
            <a:r>
              <a:rPr lang="en-US" sz="1000" b="1">
                <a:solidFill>
                  <a:srgbClr val="FFFFFF"/>
                </a:solidFill>
              </a:rPr>
              <a:t>vw</a:t>
            </a:r>
            <a:r>
              <a:rPr lang="en-US" sz="1000">
                <a:solidFill>
                  <a:srgbClr val="FFFFFF"/>
                </a:solidFill>
              </a:rPr>
              <a:t> (viewport width): A unit of measurement based on the width of the viewport (the browser window). One vw is equal to 1/100th of the viewport width.</a:t>
            </a:r>
          </a:p>
          <a:p>
            <a:r>
              <a:rPr lang="en-US" sz="1000" b="1">
                <a:solidFill>
                  <a:srgbClr val="FFFFFF"/>
                </a:solidFill>
              </a:rPr>
              <a:t>vh</a:t>
            </a:r>
            <a:r>
              <a:rPr lang="en-US" sz="1000">
                <a:solidFill>
                  <a:srgbClr val="FFFFFF"/>
                </a:solidFill>
              </a:rPr>
              <a:t> (viewport height): A unit of measurement based on the height of the viewport (the browser window). One vh is equal to 1/100th of the viewport height.</a:t>
            </a:r>
          </a:p>
          <a:p>
            <a:r>
              <a:rPr lang="en-US" sz="1000">
                <a:solidFill>
                  <a:srgbClr val="FFFFFF"/>
                </a:solidFill>
              </a:rPr>
              <a:t>Each of these units of measurement has its own use cases, and the appropriate unit should be chosen based on the specific needs of the design.</a:t>
            </a:r>
          </a:p>
          <a:p>
            <a:endParaRPr lang="en-IL" sz="1000">
              <a:solidFill>
                <a:srgbClr val="FFFFFF"/>
              </a:solidFill>
            </a:endParaRPr>
          </a:p>
        </p:txBody>
      </p:sp>
      <p:sp>
        <p:nvSpPr>
          <p:cNvPr id="26" name="sketch box">
            <a:extLst>
              <a:ext uri="{FF2B5EF4-FFF2-40B4-BE49-F238E27FC236}">
                <a16:creationId xmlns:a16="http://schemas.microsoft.com/office/drawing/2014/main" id="{E0C43A58-225D-452D-8185-0D89D1EED8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18921" y="493776"/>
            <a:ext cx="6229604" cy="5722227"/>
          </a:xfrm>
          <a:custGeom>
            <a:avLst/>
            <a:gdLst>
              <a:gd name="connsiteX0" fmla="*/ 0 w 6229604"/>
              <a:gd name="connsiteY0" fmla="*/ 0 h 5722227"/>
              <a:gd name="connsiteX1" fmla="*/ 629882 w 6229604"/>
              <a:gd name="connsiteY1" fmla="*/ 0 h 5722227"/>
              <a:gd name="connsiteX2" fmla="*/ 1135172 w 6229604"/>
              <a:gd name="connsiteY2" fmla="*/ 0 h 5722227"/>
              <a:gd name="connsiteX3" fmla="*/ 1951943 w 6229604"/>
              <a:gd name="connsiteY3" fmla="*/ 0 h 5722227"/>
              <a:gd name="connsiteX4" fmla="*/ 2581825 w 6229604"/>
              <a:gd name="connsiteY4" fmla="*/ 0 h 5722227"/>
              <a:gd name="connsiteX5" fmla="*/ 3211707 w 6229604"/>
              <a:gd name="connsiteY5" fmla="*/ 0 h 5722227"/>
              <a:gd name="connsiteX6" fmla="*/ 4028477 w 6229604"/>
              <a:gd name="connsiteY6" fmla="*/ 0 h 5722227"/>
              <a:gd name="connsiteX7" fmla="*/ 4596063 w 6229604"/>
              <a:gd name="connsiteY7" fmla="*/ 0 h 5722227"/>
              <a:gd name="connsiteX8" fmla="*/ 5412834 w 6229604"/>
              <a:gd name="connsiteY8" fmla="*/ 0 h 5722227"/>
              <a:gd name="connsiteX9" fmla="*/ 6229604 w 6229604"/>
              <a:gd name="connsiteY9" fmla="*/ 0 h 5722227"/>
              <a:gd name="connsiteX10" fmla="*/ 6229604 w 6229604"/>
              <a:gd name="connsiteY10" fmla="*/ 635803 h 5722227"/>
              <a:gd name="connsiteX11" fmla="*/ 6229604 w 6229604"/>
              <a:gd name="connsiteY11" fmla="*/ 1271606 h 5722227"/>
              <a:gd name="connsiteX12" fmla="*/ 6229604 w 6229604"/>
              <a:gd name="connsiteY12" fmla="*/ 1964631 h 5722227"/>
              <a:gd name="connsiteX13" fmla="*/ 6229604 w 6229604"/>
              <a:gd name="connsiteY13" fmla="*/ 2428767 h 5722227"/>
              <a:gd name="connsiteX14" fmla="*/ 6229604 w 6229604"/>
              <a:gd name="connsiteY14" fmla="*/ 3064570 h 5722227"/>
              <a:gd name="connsiteX15" fmla="*/ 6229604 w 6229604"/>
              <a:gd name="connsiteY15" fmla="*/ 3700373 h 5722227"/>
              <a:gd name="connsiteX16" fmla="*/ 6229604 w 6229604"/>
              <a:gd name="connsiteY16" fmla="*/ 4336176 h 5722227"/>
              <a:gd name="connsiteX17" fmla="*/ 6229604 w 6229604"/>
              <a:gd name="connsiteY17" fmla="*/ 5029202 h 5722227"/>
              <a:gd name="connsiteX18" fmla="*/ 6229604 w 6229604"/>
              <a:gd name="connsiteY18" fmla="*/ 5722227 h 5722227"/>
              <a:gd name="connsiteX19" fmla="*/ 5475130 w 6229604"/>
              <a:gd name="connsiteY19" fmla="*/ 5722227 h 5722227"/>
              <a:gd name="connsiteX20" fmla="*/ 4907544 w 6229604"/>
              <a:gd name="connsiteY20" fmla="*/ 5722227 h 5722227"/>
              <a:gd name="connsiteX21" fmla="*/ 4090773 w 6229604"/>
              <a:gd name="connsiteY21" fmla="*/ 5722227 h 5722227"/>
              <a:gd name="connsiteX22" fmla="*/ 3398595 w 6229604"/>
              <a:gd name="connsiteY22" fmla="*/ 5722227 h 5722227"/>
              <a:gd name="connsiteX23" fmla="*/ 2831009 w 6229604"/>
              <a:gd name="connsiteY23" fmla="*/ 5722227 h 5722227"/>
              <a:gd name="connsiteX24" fmla="*/ 2138831 w 6229604"/>
              <a:gd name="connsiteY24" fmla="*/ 5722227 h 5722227"/>
              <a:gd name="connsiteX25" fmla="*/ 1633541 w 6229604"/>
              <a:gd name="connsiteY25" fmla="*/ 5722227 h 5722227"/>
              <a:gd name="connsiteX26" fmla="*/ 1128251 w 6229604"/>
              <a:gd name="connsiteY26" fmla="*/ 5722227 h 5722227"/>
              <a:gd name="connsiteX27" fmla="*/ 0 w 6229604"/>
              <a:gd name="connsiteY27" fmla="*/ 5722227 h 5722227"/>
              <a:gd name="connsiteX28" fmla="*/ 0 w 6229604"/>
              <a:gd name="connsiteY28" fmla="*/ 5200869 h 5722227"/>
              <a:gd name="connsiteX29" fmla="*/ 0 w 6229604"/>
              <a:gd name="connsiteY29" fmla="*/ 4450621 h 5722227"/>
              <a:gd name="connsiteX30" fmla="*/ 0 w 6229604"/>
              <a:gd name="connsiteY30" fmla="*/ 3872040 h 5722227"/>
              <a:gd name="connsiteX31" fmla="*/ 0 w 6229604"/>
              <a:gd name="connsiteY31" fmla="*/ 3407904 h 5722227"/>
              <a:gd name="connsiteX32" fmla="*/ 0 w 6229604"/>
              <a:gd name="connsiteY32" fmla="*/ 2714879 h 5722227"/>
              <a:gd name="connsiteX33" fmla="*/ 0 w 6229604"/>
              <a:gd name="connsiteY33" fmla="*/ 2193520 h 5722227"/>
              <a:gd name="connsiteX34" fmla="*/ 0 w 6229604"/>
              <a:gd name="connsiteY34" fmla="*/ 1500495 h 5722227"/>
              <a:gd name="connsiteX35" fmla="*/ 0 w 6229604"/>
              <a:gd name="connsiteY35" fmla="*/ 750248 h 5722227"/>
              <a:gd name="connsiteX36" fmla="*/ 0 w 6229604"/>
              <a:gd name="connsiteY36" fmla="*/ 0 h 57222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229604" h="5722227" extrusionOk="0">
                <a:moveTo>
                  <a:pt x="0" y="0"/>
                </a:moveTo>
                <a:cubicBezTo>
                  <a:pt x="134765" y="733"/>
                  <a:pt x="359555" y="-15387"/>
                  <a:pt x="629882" y="0"/>
                </a:cubicBezTo>
                <a:cubicBezTo>
                  <a:pt x="900209" y="15387"/>
                  <a:pt x="965450" y="15937"/>
                  <a:pt x="1135172" y="0"/>
                </a:cubicBezTo>
                <a:cubicBezTo>
                  <a:pt x="1304894" y="-15937"/>
                  <a:pt x="1787212" y="10921"/>
                  <a:pt x="1951943" y="0"/>
                </a:cubicBezTo>
                <a:cubicBezTo>
                  <a:pt x="2116674" y="-10921"/>
                  <a:pt x="2378222" y="13313"/>
                  <a:pt x="2581825" y="0"/>
                </a:cubicBezTo>
                <a:cubicBezTo>
                  <a:pt x="2785428" y="-13313"/>
                  <a:pt x="2915218" y="19972"/>
                  <a:pt x="3211707" y="0"/>
                </a:cubicBezTo>
                <a:cubicBezTo>
                  <a:pt x="3508196" y="-19972"/>
                  <a:pt x="3832828" y="-34359"/>
                  <a:pt x="4028477" y="0"/>
                </a:cubicBezTo>
                <a:cubicBezTo>
                  <a:pt x="4224126" y="34359"/>
                  <a:pt x="4361257" y="4467"/>
                  <a:pt x="4596063" y="0"/>
                </a:cubicBezTo>
                <a:cubicBezTo>
                  <a:pt x="4830869" y="-4467"/>
                  <a:pt x="5091403" y="-7365"/>
                  <a:pt x="5412834" y="0"/>
                </a:cubicBezTo>
                <a:cubicBezTo>
                  <a:pt x="5734265" y="7365"/>
                  <a:pt x="6034988" y="-26786"/>
                  <a:pt x="6229604" y="0"/>
                </a:cubicBezTo>
                <a:cubicBezTo>
                  <a:pt x="6208296" y="256153"/>
                  <a:pt x="6219810" y="335049"/>
                  <a:pt x="6229604" y="635803"/>
                </a:cubicBezTo>
                <a:cubicBezTo>
                  <a:pt x="6239398" y="936557"/>
                  <a:pt x="6230184" y="1092448"/>
                  <a:pt x="6229604" y="1271606"/>
                </a:cubicBezTo>
                <a:cubicBezTo>
                  <a:pt x="6229024" y="1450764"/>
                  <a:pt x="6217841" y="1797531"/>
                  <a:pt x="6229604" y="1964631"/>
                </a:cubicBezTo>
                <a:cubicBezTo>
                  <a:pt x="6241367" y="2131731"/>
                  <a:pt x="6220367" y="2235822"/>
                  <a:pt x="6229604" y="2428767"/>
                </a:cubicBezTo>
                <a:cubicBezTo>
                  <a:pt x="6238841" y="2621712"/>
                  <a:pt x="6220929" y="2925917"/>
                  <a:pt x="6229604" y="3064570"/>
                </a:cubicBezTo>
                <a:cubicBezTo>
                  <a:pt x="6238279" y="3203223"/>
                  <a:pt x="6256755" y="3501958"/>
                  <a:pt x="6229604" y="3700373"/>
                </a:cubicBezTo>
                <a:cubicBezTo>
                  <a:pt x="6202453" y="3898788"/>
                  <a:pt x="6201714" y="4046823"/>
                  <a:pt x="6229604" y="4336176"/>
                </a:cubicBezTo>
                <a:cubicBezTo>
                  <a:pt x="6257494" y="4625529"/>
                  <a:pt x="6258821" y="4774033"/>
                  <a:pt x="6229604" y="5029202"/>
                </a:cubicBezTo>
                <a:cubicBezTo>
                  <a:pt x="6200387" y="5284371"/>
                  <a:pt x="6233334" y="5383875"/>
                  <a:pt x="6229604" y="5722227"/>
                </a:cubicBezTo>
                <a:cubicBezTo>
                  <a:pt x="6016393" y="5707881"/>
                  <a:pt x="5684528" y="5751176"/>
                  <a:pt x="5475130" y="5722227"/>
                </a:cubicBezTo>
                <a:cubicBezTo>
                  <a:pt x="5265732" y="5693278"/>
                  <a:pt x="5082862" y="5732690"/>
                  <a:pt x="4907544" y="5722227"/>
                </a:cubicBezTo>
                <a:cubicBezTo>
                  <a:pt x="4732226" y="5711764"/>
                  <a:pt x="4474837" y="5716289"/>
                  <a:pt x="4090773" y="5722227"/>
                </a:cubicBezTo>
                <a:cubicBezTo>
                  <a:pt x="3706709" y="5728165"/>
                  <a:pt x="3645902" y="5723973"/>
                  <a:pt x="3398595" y="5722227"/>
                </a:cubicBezTo>
                <a:cubicBezTo>
                  <a:pt x="3151288" y="5720481"/>
                  <a:pt x="3001606" y="5732695"/>
                  <a:pt x="2831009" y="5722227"/>
                </a:cubicBezTo>
                <a:cubicBezTo>
                  <a:pt x="2660412" y="5711759"/>
                  <a:pt x="2424161" y="5689878"/>
                  <a:pt x="2138831" y="5722227"/>
                </a:cubicBezTo>
                <a:cubicBezTo>
                  <a:pt x="1853501" y="5754576"/>
                  <a:pt x="1788223" y="5720540"/>
                  <a:pt x="1633541" y="5722227"/>
                </a:cubicBezTo>
                <a:cubicBezTo>
                  <a:pt x="1478859" y="5723915"/>
                  <a:pt x="1324151" y="5739059"/>
                  <a:pt x="1128251" y="5722227"/>
                </a:cubicBezTo>
                <a:cubicBezTo>
                  <a:pt x="932351" y="5705396"/>
                  <a:pt x="522340" y="5691488"/>
                  <a:pt x="0" y="5722227"/>
                </a:cubicBezTo>
                <a:cubicBezTo>
                  <a:pt x="-8445" y="5596771"/>
                  <a:pt x="-11215" y="5344833"/>
                  <a:pt x="0" y="5200869"/>
                </a:cubicBezTo>
                <a:cubicBezTo>
                  <a:pt x="11215" y="5056905"/>
                  <a:pt x="20310" y="4693766"/>
                  <a:pt x="0" y="4450621"/>
                </a:cubicBezTo>
                <a:cubicBezTo>
                  <a:pt x="-20310" y="4207476"/>
                  <a:pt x="817" y="4075053"/>
                  <a:pt x="0" y="3872040"/>
                </a:cubicBezTo>
                <a:cubicBezTo>
                  <a:pt x="-817" y="3669027"/>
                  <a:pt x="-21729" y="3595882"/>
                  <a:pt x="0" y="3407904"/>
                </a:cubicBezTo>
                <a:cubicBezTo>
                  <a:pt x="21729" y="3219926"/>
                  <a:pt x="-30605" y="3052469"/>
                  <a:pt x="0" y="2714879"/>
                </a:cubicBezTo>
                <a:cubicBezTo>
                  <a:pt x="30605" y="2377289"/>
                  <a:pt x="-16081" y="2430808"/>
                  <a:pt x="0" y="2193520"/>
                </a:cubicBezTo>
                <a:cubicBezTo>
                  <a:pt x="16081" y="1956232"/>
                  <a:pt x="18120" y="1817979"/>
                  <a:pt x="0" y="1500495"/>
                </a:cubicBezTo>
                <a:cubicBezTo>
                  <a:pt x="-18120" y="1183011"/>
                  <a:pt x="23969" y="972269"/>
                  <a:pt x="0" y="750248"/>
                </a:cubicBezTo>
                <a:cubicBezTo>
                  <a:pt x="-23969" y="528227"/>
                  <a:pt x="-3769" y="358360"/>
                  <a:pt x="0" y="0"/>
                </a:cubicBezTo>
                <a:close/>
              </a:path>
            </a:pathLst>
          </a:custGeom>
          <a:noFill/>
          <a:ln w="47625">
            <a:solidFill>
              <a:srgbClr val="FFFFFF">
                <a:alpha val="75000"/>
              </a:srgbClr>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6947812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1250">
        <p14:flip dir="r"/>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51BA4DF-2BD4-4EC2-B1DB-B27C8AC718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832E5CD-58ED-BD6A-8957-614882593C7A}"/>
              </a:ext>
            </a:extLst>
          </p:cNvPr>
          <p:cNvSpPr>
            <a:spLocks noGrp="1"/>
          </p:cNvSpPr>
          <p:nvPr>
            <p:ph type="title"/>
          </p:nvPr>
        </p:nvSpPr>
        <p:spPr>
          <a:xfrm>
            <a:off x="4553733" y="548464"/>
            <a:ext cx="6798541" cy="1675623"/>
          </a:xfrm>
        </p:spPr>
        <p:txBody>
          <a:bodyPr anchor="b">
            <a:normAutofit/>
          </a:bodyPr>
          <a:lstStyle/>
          <a:p>
            <a:r>
              <a:rPr lang="en-US" sz="4000"/>
              <a:t>R</a:t>
            </a:r>
            <a:r>
              <a:rPr lang="en-IL" sz="4000"/>
              <a:t>em vs em</a:t>
            </a:r>
          </a:p>
        </p:txBody>
      </p:sp>
      <p:pic>
        <p:nvPicPr>
          <p:cNvPr id="5" name="Picture 4" descr="Periodic table illustration">
            <a:extLst>
              <a:ext uri="{FF2B5EF4-FFF2-40B4-BE49-F238E27FC236}">
                <a16:creationId xmlns:a16="http://schemas.microsoft.com/office/drawing/2014/main" id="{F1B1F529-2285-81BA-611E-D5B9C76C9751}"/>
              </a:ext>
            </a:extLst>
          </p:cNvPr>
          <p:cNvPicPr>
            <a:picLocks noChangeAspect="1"/>
          </p:cNvPicPr>
          <p:nvPr/>
        </p:nvPicPr>
        <p:blipFill rotWithShape="1">
          <a:blip r:embed="rId2"/>
          <a:srcRect l="8715" r="30094"/>
          <a:stretch/>
        </p:blipFill>
        <p:spPr>
          <a:xfrm>
            <a:off x="1" y="10"/>
            <a:ext cx="4196496" cy="6857990"/>
          </a:xfrm>
          <a:prstGeom prst="rect">
            <a:avLst/>
          </a:prstGeom>
          <a:effectLst/>
        </p:spPr>
      </p:pic>
      <p:sp>
        <p:nvSpPr>
          <p:cNvPr id="3" name="Content Placeholder 2">
            <a:extLst>
              <a:ext uri="{FF2B5EF4-FFF2-40B4-BE49-F238E27FC236}">
                <a16:creationId xmlns:a16="http://schemas.microsoft.com/office/drawing/2014/main" id="{FB76E1CC-24D9-34CD-9B68-2A70BF7094C9}"/>
              </a:ext>
            </a:extLst>
          </p:cNvPr>
          <p:cNvSpPr>
            <a:spLocks noGrp="1"/>
          </p:cNvSpPr>
          <p:nvPr>
            <p:ph idx="1"/>
          </p:nvPr>
        </p:nvSpPr>
        <p:spPr>
          <a:xfrm>
            <a:off x="4553734" y="2409830"/>
            <a:ext cx="6798539" cy="3705217"/>
          </a:xfrm>
        </p:spPr>
        <p:txBody>
          <a:bodyPr>
            <a:normAutofit/>
          </a:bodyPr>
          <a:lstStyle/>
          <a:p>
            <a:r>
              <a:rPr lang="en-US" sz="1300"/>
              <a:t>em and rem are both relative units of measurement that are used to specify the size of font, padding, margin, and other elements in CSS. However, they are based on different references:</a:t>
            </a:r>
          </a:p>
          <a:p>
            <a:r>
              <a:rPr lang="en-US" sz="1300"/>
              <a:t>em is a relative unit of measurement that is based on the size of the font of the element it is applied to. One em is equal to the size of the current font. For example, if the font size of an element is 16px, then 1em is equal to 16px. If the parent element's font size is 14px, then 1em is equal to 14px for that element. em values can be nested, so the size of an element can be based on the size of the parent element's font, which can be based on the size of its parent element's font, and so on.</a:t>
            </a:r>
          </a:p>
          <a:p>
            <a:r>
              <a:rPr lang="en-US" sz="1300"/>
              <a:t>rem is a relative unit of measurement that is based on the size of the root element (html) of the document. One rem is equal to the size of the root element's font. This means that 1rem is always equal to the same size, regardless of the font size of the parent element.</a:t>
            </a:r>
          </a:p>
          <a:p>
            <a:br>
              <a:rPr lang="en-US" sz="1300"/>
            </a:br>
            <a:r>
              <a:rPr lang="en-US" sz="1300"/>
              <a:t>em is often used when you want the size of an element to be based on the size of its parent element, while rem is often used when you want the size of an element to be based on the size of the root element of the document. Both em and rem can be useful for creating responsive designs that adapt to the size of the screen or the size of the font.</a:t>
            </a:r>
            <a:endParaRPr lang="en-IL" sz="1300"/>
          </a:p>
        </p:txBody>
      </p:sp>
    </p:spTree>
    <p:extLst>
      <p:ext uri="{BB962C8B-B14F-4D97-AF65-F5344CB8AC3E}">
        <p14:creationId xmlns:p14="http://schemas.microsoft.com/office/powerpoint/2010/main" val="2187508981"/>
      </p:ext>
    </p:extLst>
  </p:cSld>
  <p:clrMapOvr>
    <a:masterClrMapping/>
  </p:clrMapOvr>
  <mc:AlternateContent xmlns:mc="http://schemas.openxmlformats.org/markup-compatibility/2006">
    <mc:Choice xmlns:p14="http://schemas.microsoft.com/office/powerpoint/2010/main" Requires="p14">
      <p:transition spd="slow" p14:dur="2500">
        <p:checker/>
      </p:transition>
    </mc:Choice>
    <mc:Fallback>
      <p:transition spd="slow">
        <p:checker/>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C22C52C-DF99-0078-839D-5DB676BD63C0}"/>
              </a:ext>
            </a:extLst>
          </p:cNvPr>
          <p:cNvSpPr>
            <a:spLocks noGrp="1"/>
          </p:cNvSpPr>
          <p:nvPr>
            <p:ph type="title"/>
          </p:nvPr>
        </p:nvSpPr>
        <p:spPr>
          <a:xfrm>
            <a:off x="5297762" y="329184"/>
            <a:ext cx="6251110" cy="1783080"/>
          </a:xfrm>
        </p:spPr>
        <p:txBody>
          <a:bodyPr anchor="b">
            <a:normAutofit/>
          </a:bodyPr>
          <a:lstStyle/>
          <a:p>
            <a:r>
              <a:rPr lang="en-US" sz="5400"/>
              <a:t>Wait separate it! Please this is to much</a:t>
            </a:r>
            <a:endParaRPr lang="en-IL" sz="5400"/>
          </a:p>
        </p:txBody>
      </p:sp>
      <p:pic>
        <p:nvPicPr>
          <p:cNvPr id="5" name="Picture 4" descr="Stack of files">
            <a:extLst>
              <a:ext uri="{FF2B5EF4-FFF2-40B4-BE49-F238E27FC236}">
                <a16:creationId xmlns:a16="http://schemas.microsoft.com/office/drawing/2014/main" id="{0A3BF7B1-2B54-070F-768C-7FD9DE3C0C23}"/>
              </a:ext>
            </a:extLst>
          </p:cNvPr>
          <p:cNvPicPr>
            <a:picLocks noChangeAspect="1"/>
          </p:cNvPicPr>
          <p:nvPr/>
        </p:nvPicPr>
        <p:blipFill rotWithShape="1">
          <a:blip r:embed="rId2"/>
          <a:srcRect l="28869" r="25799" b="-1"/>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1"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9B79333-BDB3-6E4F-B991-1F379D7624AB}"/>
              </a:ext>
            </a:extLst>
          </p:cNvPr>
          <p:cNvSpPr>
            <a:spLocks noGrp="1"/>
          </p:cNvSpPr>
          <p:nvPr>
            <p:ph idx="1"/>
          </p:nvPr>
        </p:nvSpPr>
        <p:spPr>
          <a:xfrm>
            <a:off x="5297762" y="2706624"/>
            <a:ext cx="6251110" cy="3483864"/>
          </a:xfrm>
        </p:spPr>
        <p:txBody>
          <a:bodyPr>
            <a:normAutofit/>
          </a:bodyPr>
          <a:lstStyle/>
          <a:p>
            <a:r>
              <a:rPr lang="en-US" sz="2200"/>
              <a:t>O</a:t>
            </a:r>
            <a:r>
              <a:rPr lang="en-IL" sz="2200"/>
              <a:t>k ok let’s create a new folder to show that!</a:t>
            </a:r>
          </a:p>
          <a:p>
            <a:r>
              <a:rPr lang="en-IL" sz="2200"/>
              <a:t>Create a new folders with 3 folders inside</a:t>
            </a:r>
          </a:p>
          <a:p>
            <a:r>
              <a:rPr lang="en-US" sz="2200"/>
              <a:t>P</a:t>
            </a:r>
            <a:r>
              <a:rPr lang="en-IL" sz="2200"/>
              <a:t>ages (the html files)</a:t>
            </a:r>
          </a:p>
          <a:p>
            <a:r>
              <a:rPr lang="en-US" sz="2200"/>
              <a:t>I</a:t>
            </a:r>
            <a:r>
              <a:rPr lang="en-IL" sz="2200"/>
              <a:t>mg (the images)</a:t>
            </a:r>
          </a:p>
          <a:p>
            <a:r>
              <a:rPr lang="en-US" sz="2200"/>
              <a:t>C</a:t>
            </a:r>
            <a:r>
              <a:rPr lang="en-IL" sz="2200"/>
              <a:t>ss (the css files)</a:t>
            </a:r>
          </a:p>
          <a:p>
            <a:pPr marL="0" indent="0">
              <a:buNone/>
            </a:pPr>
            <a:endParaRPr lang="en-IL" sz="2200"/>
          </a:p>
        </p:txBody>
      </p:sp>
    </p:spTree>
    <p:extLst>
      <p:ext uri="{BB962C8B-B14F-4D97-AF65-F5344CB8AC3E}">
        <p14:creationId xmlns:p14="http://schemas.microsoft.com/office/powerpoint/2010/main" val="2585303127"/>
      </p:ext>
    </p:extLst>
  </p:cSld>
  <p:clrMapOvr>
    <a:masterClrMapping/>
  </p:clrMapOvr>
  <p:transition spd="slow">
    <p:randomBar dir="vert"/>
  </p:transition>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C17DE74-01C9-4859-B65A-85CF999E8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068C0432-0E90-4CC1-8CD3-D44A90DF0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2"/>
          </a:solidFill>
          <a:ln w="8199"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46D5D1EF-7D48-14AD-9C08-58F425BD9EC3}"/>
              </a:ext>
            </a:extLst>
          </p:cNvPr>
          <p:cNvSpPr>
            <a:spLocks noGrp="1"/>
          </p:cNvSpPr>
          <p:nvPr>
            <p:ph type="title"/>
          </p:nvPr>
        </p:nvSpPr>
        <p:spPr>
          <a:xfrm>
            <a:off x="838200" y="401221"/>
            <a:ext cx="10515600" cy="1348065"/>
          </a:xfrm>
        </p:spPr>
        <p:txBody>
          <a:bodyPr>
            <a:normAutofit/>
          </a:bodyPr>
          <a:lstStyle/>
          <a:p>
            <a:r>
              <a:rPr lang="en-IL" sz="5000" dirty="0">
                <a:solidFill>
                  <a:srgbClr val="FFFFFF"/>
                </a:solidFill>
              </a:rPr>
              <a:t>Ok ok But the hover is not good </a:t>
            </a:r>
            <a:r>
              <a:rPr lang="en-US" sz="5000" dirty="0">
                <a:solidFill>
                  <a:srgbClr val="FFFFFF"/>
                </a:solidFill>
              </a:rPr>
              <a:t>enough</a:t>
            </a:r>
            <a:endParaRPr lang="en-IL" sz="5000" dirty="0">
              <a:solidFill>
                <a:srgbClr val="FFFFFF"/>
              </a:solidFill>
            </a:endParaRPr>
          </a:p>
        </p:txBody>
      </p:sp>
      <p:sp>
        <p:nvSpPr>
          <p:cNvPr id="3" name="Content Placeholder 2">
            <a:extLst>
              <a:ext uri="{FF2B5EF4-FFF2-40B4-BE49-F238E27FC236}">
                <a16:creationId xmlns:a16="http://schemas.microsoft.com/office/drawing/2014/main" id="{00FE0E4A-AED2-9E26-0C12-C1286BDB14AB}"/>
              </a:ext>
            </a:extLst>
          </p:cNvPr>
          <p:cNvSpPr>
            <a:spLocks noGrp="1"/>
          </p:cNvSpPr>
          <p:nvPr>
            <p:ph idx="1"/>
          </p:nvPr>
        </p:nvSpPr>
        <p:spPr>
          <a:xfrm>
            <a:off x="838200" y="2586789"/>
            <a:ext cx="10515600" cy="3590174"/>
          </a:xfrm>
        </p:spPr>
        <p:txBody>
          <a:bodyPr>
            <a:normAutofit/>
          </a:bodyPr>
          <a:lstStyle/>
          <a:p>
            <a:r>
              <a:rPr lang="en-US" sz="1500" dirty="0"/>
              <a:t>T</a:t>
            </a:r>
            <a:r>
              <a:rPr lang="en-IL" sz="1500" dirty="0"/>
              <a:t>hen let’s animate it all!</a:t>
            </a:r>
          </a:p>
          <a:p>
            <a:pPr marL="0" indent="0">
              <a:buNone/>
            </a:pPr>
            <a:r>
              <a:rPr lang="en-IL" sz="1500" dirty="0"/>
              <a:t>But why?</a:t>
            </a:r>
          </a:p>
          <a:p>
            <a:r>
              <a:rPr lang="en-US" sz="1500" b="0" i="0" dirty="0">
                <a:effectLst/>
                <a:latin typeface="Söhne"/>
              </a:rPr>
              <a:t>There are many reasons you might want to animate your CSS. Some possible reasons include:</a:t>
            </a:r>
          </a:p>
          <a:p>
            <a:pPr>
              <a:buFont typeface="+mj-lt"/>
              <a:buAutoNum type="arabicPeriod"/>
            </a:pPr>
            <a:r>
              <a:rPr lang="en-US" sz="1500" b="0" i="0" dirty="0">
                <a:effectLst/>
                <a:latin typeface="Söhne"/>
              </a:rPr>
              <a:t>To draw the user's attention to a particular element or feature on the page.</a:t>
            </a:r>
          </a:p>
          <a:p>
            <a:pPr>
              <a:buFont typeface="+mj-lt"/>
              <a:buAutoNum type="arabicPeriod"/>
            </a:pPr>
            <a:r>
              <a:rPr lang="en-US" sz="1500" b="0" i="0" dirty="0">
                <a:effectLst/>
                <a:latin typeface="Söhne"/>
              </a:rPr>
              <a:t>To add visual interest and make the page more engaging.</a:t>
            </a:r>
          </a:p>
          <a:p>
            <a:pPr>
              <a:buFont typeface="+mj-lt"/>
              <a:buAutoNum type="arabicPeriod"/>
            </a:pPr>
            <a:r>
              <a:rPr lang="en-US" sz="1500" b="0" i="0" dirty="0">
                <a:effectLst/>
                <a:latin typeface="Söhne"/>
              </a:rPr>
              <a:t>To enhance the user experience by making the page more interactive and dynamic.</a:t>
            </a:r>
          </a:p>
          <a:p>
            <a:pPr>
              <a:buFont typeface="+mj-lt"/>
              <a:buAutoNum type="arabicPeriod"/>
            </a:pPr>
            <a:r>
              <a:rPr lang="en-US" sz="1500" b="0" i="0" dirty="0">
                <a:effectLst/>
                <a:latin typeface="Söhne"/>
              </a:rPr>
              <a:t>To make the page feel more alive and responsive.</a:t>
            </a:r>
          </a:p>
          <a:p>
            <a:pPr>
              <a:buFont typeface="+mj-lt"/>
              <a:buAutoNum type="arabicPeriod"/>
            </a:pPr>
            <a:r>
              <a:rPr lang="en-US" sz="1500" b="0" i="0" dirty="0">
                <a:effectLst/>
                <a:latin typeface="Söhne"/>
              </a:rPr>
              <a:t>To make transitions between different states of the page more smooth and seamless.</a:t>
            </a:r>
          </a:p>
          <a:p>
            <a:pPr>
              <a:buFont typeface="+mj-lt"/>
              <a:buAutoNum type="arabicPeriod"/>
            </a:pPr>
            <a:r>
              <a:rPr lang="en-US" sz="1500" b="0" i="0" dirty="0">
                <a:effectLst/>
                <a:latin typeface="Söhne"/>
              </a:rPr>
              <a:t>To make the page feel more polished and professional.</a:t>
            </a:r>
          </a:p>
          <a:p>
            <a:r>
              <a:rPr lang="en-US" sz="1500" b="0" i="0" dirty="0">
                <a:effectLst/>
                <a:latin typeface="Söhne"/>
              </a:rPr>
              <a:t>Keep in mind that you should use animation wisely and sparingly, as overuse can make the page feel cluttered and overwhelming. It's important to strike a balance and use animation in a way that enhances the user experience without becoming a distraction.</a:t>
            </a:r>
          </a:p>
          <a:p>
            <a:pPr marL="0" indent="0">
              <a:buNone/>
            </a:pPr>
            <a:endParaRPr lang="en-IL" sz="1500" dirty="0"/>
          </a:p>
        </p:txBody>
      </p:sp>
    </p:spTree>
    <p:extLst>
      <p:ext uri="{BB962C8B-B14F-4D97-AF65-F5344CB8AC3E}">
        <p14:creationId xmlns:p14="http://schemas.microsoft.com/office/powerpoint/2010/main" val="3654780254"/>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racture"/>
      </p:transition>
    </mc:Choice>
    <mc:Fallback>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E57A3F2-3497-430E-BCD2-151E9B5748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6">
            <a:extLst>
              <a:ext uri="{FF2B5EF4-FFF2-40B4-BE49-F238E27FC236}">
                <a16:creationId xmlns:a16="http://schemas.microsoft.com/office/drawing/2014/main" id="{88B1F424-0E60-4F04-AFC7-00E1F21101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521144" y="911116"/>
            <a:ext cx="687754" cy="5710965"/>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7">
            <a:extLst>
              <a:ext uri="{FF2B5EF4-FFF2-40B4-BE49-F238E27FC236}">
                <a16:creationId xmlns:a16="http://schemas.microsoft.com/office/drawing/2014/main" id="{6B509DD1-7F4E-4C4D-9B18-626473A5F7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800164" y="643467"/>
            <a:ext cx="409371" cy="5521414"/>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 name="Rectangle 8">
            <a:extLst>
              <a:ext uri="{FF2B5EF4-FFF2-40B4-BE49-F238E27FC236}">
                <a16:creationId xmlns:a16="http://schemas.microsoft.com/office/drawing/2014/main" id="{BB89D3BB-9A77-48E3-8C98-9A0A1DD4F7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795529" y="644382"/>
            <a:ext cx="3856024" cy="5251646"/>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46D5D1EF-7D48-14AD-9C08-58F425BD9EC3}"/>
              </a:ext>
            </a:extLst>
          </p:cNvPr>
          <p:cNvSpPr>
            <a:spLocks noGrp="1"/>
          </p:cNvSpPr>
          <p:nvPr>
            <p:ph type="title"/>
          </p:nvPr>
        </p:nvSpPr>
        <p:spPr>
          <a:xfrm>
            <a:off x="1322754" y="1522820"/>
            <a:ext cx="2748041" cy="3601914"/>
          </a:xfrm>
        </p:spPr>
        <p:txBody>
          <a:bodyPr anchor="ctr">
            <a:normAutofit/>
          </a:bodyPr>
          <a:lstStyle/>
          <a:p>
            <a:r>
              <a:rPr lang="en-IL" sz="3600">
                <a:solidFill>
                  <a:srgbClr val="FFFFFF"/>
                </a:solidFill>
              </a:rPr>
              <a:t>transform</a:t>
            </a:r>
          </a:p>
        </p:txBody>
      </p:sp>
      <p:graphicFrame>
        <p:nvGraphicFramePr>
          <p:cNvPr id="5" name="Content Placeholder 2">
            <a:extLst>
              <a:ext uri="{FF2B5EF4-FFF2-40B4-BE49-F238E27FC236}">
                <a16:creationId xmlns:a16="http://schemas.microsoft.com/office/drawing/2014/main" id="{EEB56B34-14F2-A0DB-E9BF-471812B81225}"/>
              </a:ext>
            </a:extLst>
          </p:cNvPr>
          <p:cNvGraphicFramePr>
            <a:graphicFrameLocks noGrp="1"/>
          </p:cNvGraphicFramePr>
          <p:nvPr>
            <p:ph idx="1"/>
            <p:extLst>
              <p:ext uri="{D42A27DB-BD31-4B8C-83A1-F6EECF244321}">
                <p14:modId xmlns:p14="http://schemas.microsoft.com/office/powerpoint/2010/main" val="2428372887"/>
              </p:ext>
            </p:extLst>
          </p:nvPr>
        </p:nvGraphicFramePr>
        <p:xfrm>
          <a:off x="5042848" y="643467"/>
          <a:ext cx="6489510" cy="525256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8430804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Rectangle 17">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46D5D1EF-7D48-14AD-9C08-58F425BD9EC3}"/>
              </a:ext>
            </a:extLst>
          </p:cNvPr>
          <p:cNvSpPr>
            <a:spLocks noGrp="1"/>
          </p:cNvSpPr>
          <p:nvPr>
            <p:ph type="title"/>
          </p:nvPr>
        </p:nvSpPr>
        <p:spPr>
          <a:xfrm>
            <a:off x="958506" y="800392"/>
            <a:ext cx="10264697" cy="1212102"/>
          </a:xfrm>
        </p:spPr>
        <p:txBody>
          <a:bodyPr>
            <a:normAutofit/>
          </a:bodyPr>
          <a:lstStyle/>
          <a:p>
            <a:br>
              <a:rPr lang="en-US" sz="2500" b="0" i="0">
                <a:solidFill>
                  <a:srgbClr val="FFFFFF"/>
                </a:solidFill>
                <a:effectLst/>
                <a:latin typeface="Inter"/>
              </a:rPr>
            </a:br>
            <a:r>
              <a:rPr lang="en-US" sz="2500" b="0" i="0">
                <a:solidFill>
                  <a:srgbClr val="FFFFFF"/>
                </a:solidFill>
                <a:effectLst/>
                <a:latin typeface="Inter"/>
              </a:rPr>
              <a:t>:focus</a:t>
            </a:r>
            <a:br>
              <a:rPr lang="en-US" sz="2500" b="0" i="0">
                <a:solidFill>
                  <a:srgbClr val="FFFFFF"/>
                </a:solidFill>
                <a:effectLst/>
                <a:latin typeface="Inter"/>
              </a:rPr>
            </a:br>
            <a:endParaRPr lang="en-IL" sz="2500">
              <a:solidFill>
                <a:srgbClr val="FFFFFF"/>
              </a:solidFill>
            </a:endParaRPr>
          </a:p>
        </p:txBody>
      </p:sp>
      <p:sp>
        <p:nvSpPr>
          <p:cNvPr id="3" name="Content Placeholder 2">
            <a:extLst>
              <a:ext uri="{FF2B5EF4-FFF2-40B4-BE49-F238E27FC236}">
                <a16:creationId xmlns:a16="http://schemas.microsoft.com/office/drawing/2014/main" id="{00FE0E4A-AED2-9E26-0C12-C1286BDB14AB}"/>
              </a:ext>
            </a:extLst>
          </p:cNvPr>
          <p:cNvSpPr>
            <a:spLocks noGrp="1"/>
          </p:cNvSpPr>
          <p:nvPr>
            <p:ph idx="1"/>
          </p:nvPr>
        </p:nvSpPr>
        <p:spPr>
          <a:xfrm>
            <a:off x="1367624" y="2490436"/>
            <a:ext cx="9708995" cy="3567173"/>
          </a:xfrm>
        </p:spPr>
        <p:txBody>
          <a:bodyPr anchor="ctr">
            <a:normAutofit/>
          </a:bodyPr>
          <a:lstStyle/>
          <a:p>
            <a:r>
              <a:rPr lang="en-US" sz="2400" b="0" i="0">
                <a:effectLst/>
                <a:latin typeface="Inter"/>
              </a:rPr>
              <a:t>The </a:t>
            </a:r>
            <a:r>
              <a:rPr lang="en-US" sz="2400" b="1" i="0">
                <a:effectLst/>
                <a:latin typeface="Inter"/>
              </a:rPr>
              <a:t>:focus</a:t>
            </a:r>
            <a:r>
              <a:rPr lang="en-US" sz="2400" b="0" i="0">
                <a:effectLst/>
                <a:latin typeface="Inter"/>
              </a:rPr>
              <a:t> </a:t>
            </a:r>
            <a:r>
              <a:rPr lang="en-US" sz="2400" b="0" i="0" u="sng">
                <a:effectLst/>
                <a:latin typeface="Inter"/>
                <a:hlinkClick r:id="rId2"/>
              </a:rPr>
              <a:t>CSS</a:t>
            </a:r>
            <a:r>
              <a:rPr lang="en-US" sz="2400" b="0" i="0">
                <a:effectLst/>
                <a:latin typeface="Inter"/>
              </a:rPr>
              <a:t> </a:t>
            </a:r>
            <a:r>
              <a:rPr lang="en-US" sz="2400" b="0" i="0" u="sng">
                <a:effectLst/>
                <a:latin typeface="Inter"/>
                <a:hlinkClick r:id="rId3"/>
              </a:rPr>
              <a:t>pseudo-class</a:t>
            </a:r>
            <a:r>
              <a:rPr lang="en-US" sz="2400" b="0" i="0">
                <a:effectLst/>
                <a:latin typeface="Inter"/>
              </a:rPr>
              <a:t> represents an element (such as a form input) that has received focus. It is generally triggered when the user clicks or taps on an element or selects it with the keyboard's </a:t>
            </a:r>
            <a:r>
              <a:rPr lang="en-US" sz="2400"/>
              <a:t>Tab</a:t>
            </a:r>
            <a:r>
              <a:rPr lang="en-US" sz="2400" b="0" i="0">
                <a:effectLst/>
                <a:latin typeface="Inter"/>
              </a:rPr>
              <a:t> key.</a:t>
            </a:r>
          </a:p>
          <a:p>
            <a:endParaRPr lang="en-US" sz="2400">
              <a:latin typeface="Inter"/>
            </a:endParaRPr>
          </a:p>
          <a:p>
            <a:endParaRPr lang="en-IL" sz="2400"/>
          </a:p>
        </p:txBody>
      </p:sp>
    </p:spTree>
    <p:extLst>
      <p:ext uri="{BB962C8B-B14F-4D97-AF65-F5344CB8AC3E}">
        <p14:creationId xmlns:p14="http://schemas.microsoft.com/office/powerpoint/2010/main" val="4136742688"/>
      </p:ext>
    </p:extLst>
  </p:cSld>
  <p:clrMapOvr>
    <a:masterClrMapping/>
  </p:clrMapOvr>
  <p:transition spd="slow">
    <p:comb dir="vert"/>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5D1EF-7D48-14AD-9C08-58F425BD9EC3}"/>
              </a:ext>
            </a:extLst>
          </p:cNvPr>
          <p:cNvSpPr>
            <a:spLocks noGrp="1"/>
          </p:cNvSpPr>
          <p:nvPr>
            <p:ph type="title"/>
          </p:nvPr>
        </p:nvSpPr>
        <p:spPr/>
        <p:txBody>
          <a:bodyPr/>
          <a:lstStyle/>
          <a:p>
            <a:r>
              <a:rPr lang="en-IL" dirty="0"/>
              <a:t>Some amazing tools</a:t>
            </a:r>
          </a:p>
        </p:txBody>
      </p:sp>
      <p:sp>
        <p:nvSpPr>
          <p:cNvPr id="3" name="Content Placeholder 2">
            <a:extLst>
              <a:ext uri="{FF2B5EF4-FFF2-40B4-BE49-F238E27FC236}">
                <a16:creationId xmlns:a16="http://schemas.microsoft.com/office/drawing/2014/main" id="{00FE0E4A-AED2-9E26-0C12-C1286BDB14AB}"/>
              </a:ext>
            </a:extLst>
          </p:cNvPr>
          <p:cNvSpPr>
            <a:spLocks noGrp="1"/>
          </p:cNvSpPr>
          <p:nvPr>
            <p:ph idx="1"/>
          </p:nvPr>
        </p:nvSpPr>
        <p:spPr>
          <a:xfrm>
            <a:off x="156754" y="1027906"/>
            <a:ext cx="10709366" cy="1683929"/>
          </a:xfrm>
        </p:spPr>
        <p:txBody>
          <a:bodyPr/>
          <a:lstStyle/>
          <a:p>
            <a:endParaRPr lang="en-US" dirty="0">
              <a:hlinkClick r:id="rId2"/>
            </a:endParaRPr>
          </a:p>
          <a:p>
            <a:endParaRPr lang="en-US" dirty="0">
              <a:hlinkClick r:id="rId2"/>
            </a:endParaRPr>
          </a:p>
          <a:p>
            <a:r>
              <a:rPr lang="en-US" dirty="0">
                <a:hlinkClick r:id="rId2"/>
              </a:rPr>
              <a:t>https://www.cssportal.com/css-text-gradient-generator/</a:t>
            </a:r>
            <a:r>
              <a:rPr lang="en-US" dirty="0"/>
              <a:t> </a:t>
            </a:r>
          </a:p>
          <a:p>
            <a:endParaRPr lang="en-IL" dirty="0"/>
          </a:p>
        </p:txBody>
      </p:sp>
      <p:sp>
        <p:nvSpPr>
          <p:cNvPr id="4" name="TextBox 3">
            <a:extLst>
              <a:ext uri="{FF2B5EF4-FFF2-40B4-BE49-F238E27FC236}">
                <a16:creationId xmlns:a16="http://schemas.microsoft.com/office/drawing/2014/main" id="{E2A83D17-FB08-BFA5-9D64-EF2E5FBD8170}"/>
              </a:ext>
            </a:extLst>
          </p:cNvPr>
          <p:cNvSpPr txBox="1"/>
          <p:nvPr/>
        </p:nvSpPr>
        <p:spPr>
          <a:xfrm>
            <a:off x="261257" y="1690688"/>
            <a:ext cx="7567749" cy="369332"/>
          </a:xfrm>
          <a:prstGeom prst="rect">
            <a:avLst/>
          </a:prstGeom>
          <a:noFill/>
        </p:spPr>
        <p:txBody>
          <a:bodyPr wrap="square" rtlCol="0">
            <a:spAutoFit/>
          </a:bodyPr>
          <a:lstStyle/>
          <a:p>
            <a:r>
              <a:rPr lang="en-US" dirty="0"/>
              <a:t>This is a text gradient generator</a:t>
            </a:r>
          </a:p>
        </p:txBody>
      </p:sp>
      <p:sp>
        <p:nvSpPr>
          <p:cNvPr id="5" name="TextBox 4">
            <a:extLst>
              <a:ext uri="{FF2B5EF4-FFF2-40B4-BE49-F238E27FC236}">
                <a16:creationId xmlns:a16="http://schemas.microsoft.com/office/drawing/2014/main" id="{8AB991D2-9AB2-B7FE-C25D-0EBB991D3F5B}"/>
              </a:ext>
            </a:extLst>
          </p:cNvPr>
          <p:cNvSpPr txBox="1"/>
          <p:nvPr/>
        </p:nvSpPr>
        <p:spPr>
          <a:xfrm>
            <a:off x="330926" y="2969623"/>
            <a:ext cx="3823063" cy="369332"/>
          </a:xfrm>
          <a:prstGeom prst="rect">
            <a:avLst/>
          </a:prstGeom>
          <a:noFill/>
        </p:spPr>
        <p:txBody>
          <a:bodyPr wrap="square" rtlCol="0">
            <a:spAutoFit/>
          </a:bodyPr>
          <a:lstStyle/>
          <a:p>
            <a:r>
              <a:rPr lang="en-IL" dirty="0"/>
              <a:t>Background-color gradient generator</a:t>
            </a:r>
          </a:p>
        </p:txBody>
      </p:sp>
      <p:sp>
        <p:nvSpPr>
          <p:cNvPr id="6" name="TextBox 5">
            <a:extLst>
              <a:ext uri="{FF2B5EF4-FFF2-40B4-BE49-F238E27FC236}">
                <a16:creationId xmlns:a16="http://schemas.microsoft.com/office/drawing/2014/main" id="{1A3F10F6-F245-93F6-BEDD-AC6EAD8B7378}"/>
              </a:ext>
            </a:extLst>
          </p:cNvPr>
          <p:cNvSpPr txBox="1"/>
          <p:nvPr/>
        </p:nvSpPr>
        <p:spPr>
          <a:xfrm>
            <a:off x="330926" y="3499452"/>
            <a:ext cx="5913120" cy="369332"/>
          </a:xfrm>
          <a:prstGeom prst="rect">
            <a:avLst/>
          </a:prstGeom>
          <a:noFill/>
        </p:spPr>
        <p:txBody>
          <a:bodyPr wrap="square" rtlCol="0">
            <a:spAutoFit/>
          </a:bodyPr>
          <a:lstStyle/>
          <a:p>
            <a:r>
              <a:rPr lang="en-US" dirty="0"/>
              <a:t>https://</a:t>
            </a:r>
            <a:r>
              <a:rPr lang="en-US" dirty="0" err="1"/>
              <a:t>cssgradient.io</a:t>
            </a:r>
            <a:r>
              <a:rPr lang="en-US" dirty="0"/>
              <a:t>/</a:t>
            </a:r>
            <a:endParaRPr lang="en-IL" dirty="0"/>
          </a:p>
        </p:txBody>
      </p:sp>
      <p:sp>
        <p:nvSpPr>
          <p:cNvPr id="7" name="TextBox 6">
            <a:extLst>
              <a:ext uri="{FF2B5EF4-FFF2-40B4-BE49-F238E27FC236}">
                <a16:creationId xmlns:a16="http://schemas.microsoft.com/office/drawing/2014/main" id="{1324E09B-144F-F016-779C-E2214DD64985}"/>
              </a:ext>
            </a:extLst>
          </p:cNvPr>
          <p:cNvSpPr txBox="1"/>
          <p:nvPr/>
        </p:nvSpPr>
        <p:spPr>
          <a:xfrm>
            <a:off x="4319451" y="3499452"/>
            <a:ext cx="4949753" cy="369332"/>
          </a:xfrm>
          <a:prstGeom prst="rect">
            <a:avLst/>
          </a:prstGeom>
          <a:noFill/>
        </p:spPr>
        <p:txBody>
          <a:bodyPr wrap="none" rtlCol="0">
            <a:spAutoFit/>
          </a:bodyPr>
          <a:lstStyle/>
          <a:p>
            <a:r>
              <a:rPr lang="en-US" dirty="0"/>
              <a:t>https://</a:t>
            </a:r>
            <a:r>
              <a:rPr lang="en-US" dirty="0" err="1"/>
              <a:t>coolors.co</a:t>
            </a:r>
            <a:r>
              <a:rPr lang="en-US" dirty="0"/>
              <a:t>/gradient-maker/665803-9e9b6b</a:t>
            </a:r>
            <a:endParaRPr lang="en-IL" dirty="0"/>
          </a:p>
        </p:txBody>
      </p:sp>
    </p:spTree>
    <p:extLst>
      <p:ext uri="{BB962C8B-B14F-4D97-AF65-F5344CB8AC3E}">
        <p14:creationId xmlns:p14="http://schemas.microsoft.com/office/powerpoint/2010/main" val="1673950036"/>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5D1EF-7D48-14AD-9C08-58F425BD9EC3}"/>
              </a:ext>
            </a:extLst>
          </p:cNvPr>
          <p:cNvSpPr>
            <a:spLocks noGrp="1"/>
          </p:cNvSpPr>
          <p:nvPr>
            <p:ph type="title"/>
          </p:nvPr>
        </p:nvSpPr>
        <p:spPr/>
        <p:txBody>
          <a:bodyPr/>
          <a:lstStyle/>
          <a:p>
            <a:r>
              <a:rPr lang="en-IL" dirty="0"/>
              <a:t>Font </a:t>
            </a:r>
            <a:r>
              <a:rPr lang="en-US" dirty="0"/>
              <a:t>weight</a:t>
            </a:r>
            <a:endParaRPr lang="en-IL" dirty="0"/>
          </a:p>
        </p:txBody>
      </p:sp>
      <p:sp>
        <p:nvSpPr>
          <p:cNvPr id="3" name="Content Placeholder 2">
            <a:extLst>
              <a:ext uri="{FF2B5EF4-FFF2-40B4-BE49-F238E27FC236}">
                <a16:creationId xmlns:a16="http://schemas.microsoft.com/office/drawing/2014/main" id="{00FE0E4A-AED2-9E26-0C12-C1286BDB14AB}"/>
              </a:ext>
            </a:extLst>
          </p:cNvPr>
          <p:cNvSpPr>
            <a:spLocks noGrp="1"/>
          </p:cNvSpPr>
          <p:nvPr>
            <p:ph idx="1"/>
          </p:nvPr>
        </p:nvSpPr>
        <p:spPr/>
        <p:txBody>
          <a:bodyPr/>
          <a:lstStyle/>
          <a:p>
            <a:r>
              <a:rPr lang="en-US" dirty="0">
                <a:hlinkClick r:id="rId2"/>
              </a:rPr>
              <a:t>https://developer.mozilla.org/en-US/docs/Web/CSS/font-weight</a:t>
            </a:r>
            <a:endParaRPr lang="en-US" dirty="0"/>
          </a:p>
          <a:p>
            <a:endParaRPr lang="en-US" dirty="0"/>
          </a:p>
          <a:p>
            <a:endParaRPr lang="en-IL" dirty="0"/>
          </a:p>
        </p:txBody>
      </p:sp>
    </p:spTree>
    <p:extLst>
      <p:ext uri="{BB962C8B-B14F-4D97-AF65-F5344CB8AC3E}">
        <p14:creationId xmlns:p14="http://schemas.microsoft.com/office/powerpoint/2010/main" val="3590706485"/>
      </p:ext>
    </p:extLst>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93220-E87D-E4E3-E5AF-04F494DC113F}"/>
              </a:ext>
            </a:extLst>
          </p:cNvPr>
          <p:cNvSpPr>
            <a:spLocks noGrp="1"/>
          </p:cNvSpPr>
          <p:nvPr>
            <p:ph type="title"/>
          </p:nvPr>
        </p:nvSpPr>
        <p:spPr/>
        <p:txBody>
          <a:bodyPr/>
          <a:lstStyle/>
          <a:p>
            <a:r>
              <a:rPr lang="en-IL" dirty="0"/>
              <a:t>Font-style</a:t>
            </a:r>
          </a:p>
        </p:txBody>
      </p:sp>
      <p:sp>
        <p:nvSpPr>
          <p:cNvPr id="3" name="Content Placeholder 2">
            <a:extLst>
              <a:ext uri="{FF2B5EF4-FFF2-40B4-BE49-F238E27FC236}">
                <a16:creationId xmlns:a16="http://schemas.microsoft.com/office/drawing/2014/main" id="{B7B6CAAB-C5AA-AFF8-3538-5CE896DBD395}"/>
              </a:ext>
            </a:extLst>
          </p:cNvPr>
          <p:cNvSpPr>
            <a:spLocks noGrp="1"/>
          </p:cNvSpPr>
          <p:nvPr>
            <p:ph idx="1"/>
          </p:nvPr>
        </p:nvSpPr>
        <p:spPr/>
        <p:txBody>
          <a:bodyPr/>
          <a:lstStyle/>
          <a:p>
            <a:r>
              <a:rPr lang="en-US" dirty="0">
                <a:hlinkClick r:id="rId2"/>
              </a:rPr>
              <a:t>https://www.w3schools.com/cssref/pr_font_font-style.php</a:t>
            </a:r>
            <a:endParaRPr lang="en-US" dirty="0"/>
          </a:p>
          <a:p>
            <a:endParaRPr lang="en-US" dirty="0"/>
          </a:p>
          <a:p>
            <a:endParaRPr lang="en-IL" dirty="0"/>
          </a:p>
        </p:txBody>
      </p:sp>
    </p:spTree>
    <p:extLst>
      <p:ext uri="{BB962C8B-B14F-4D97-AF65-F5344CB8AC3E}">
        <p14:creationId xmlns:p14="http://schemas.microsoft.com/office/powerpoint/2010/main" val="1539439954"/>
      </p:ext>
    </p:extLst>
  </p:cSld>
  <p:clrMapOvr>
    <a:masterClrMapping/>
  </p:clrMapOvr>
  <mc:AlternateContent xmlns:mc="http://schemas.openxmlformats.org/markup-compatibility/2006">
    <mc:Choice xmlns:p14="http://schemas.microsoft.com/office/powerpoint/2010/main" Requires="p14">
      <p:transition spd="slow" p14:dur="2000">
        <p14:ferris dir="l"/>
      </p:transition>
    </mc:Choice>
    <mc:Fallback>
      <p:transition spd="slow">
        <p:fade/>
      </p:transition>
    </mc:Fallback>
  </mc:AlternateContent>
</p:sld>
</file>

<file path=ppt/theme/theme1.xml><?xml version="1.0" encoding="utf-8"?>
<a:theme xmlns:a="http://schemas.openxmlformats.org/drawingml/2006/main" name="Office Theme 2013 - 202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419</TotalTime>
  <Words>3227</Words>
  <Application>Microsoft Macintosh PowerPoint</Application>
  <PresentationFormat>Widescreen</PresentationFormat>
  <Paragraphs>200</Paragraphs>
  <Slides>39</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39</vt:i4>
      </vt:variant>
    </vt:vector>
  </HeadingPairs>
  <TitlesOfParts>
    <vt:vector size="49" baseType="lpstr">
      <vt:lpstr>Arial</vt:lpstr>
      <vt:lpstr>Calibri</vt:lpstr>
      <vt:lpstr>Calibri Light</vt:lpstr>
      <vt:lpstr>Consolas</vt:lpstr>
      <vt:lpstr>Inter</vt:lpstr>
      <vt:lpstr>Menlo</vt:lpstr>
      <vt:lpstr>Söhne</vt:lpstr>
      <vt:lpstr>Söhne Mono</vt:lpstr>
      <vt:lpstr>Verdana</vt:lpstr>
      <vt:lpstr>Office Theme 2013 - 2022</vt:lpstr>
      <vt:lpstr>Recap</vt:lpstr>
      <vt:lpstr>HTML </vt:lpstr>
      <vt:lpstr>CSS</vt:lpstr>
      <vt:lpstr>What’s next</vt:lpstr>
      <vt:lpstr>More HTML!</vt:lpstr>
      <vt:lpstr>CSS</vt:lpstr>
      <vt:lpstr>Div and span</vt:lpstr>
      <vt:lpstr>hr</vt:lpstr>
      <vt:lpstr>form</vt:lpstr>
      <vt:lpstr>What is in the head</vt:lpstr>
      <vt:lpstr>tables</vt:lpstr>
      <vt:lpstr>Background</vt:lpstr>
      <vt:lpstr>PowerPoint Presentation</vt:lpstr>
      <vt:lpstr>background-image</vt:lpstr>
      <vt:lpstr>background-attachment</vt:lpstr>
      <vt:lpstr>The border property is a shorthand property for setting the width, style, and color of an element's border.</vt:lpstr>
      <vt:lpstr>Icons</vt:lpstr>
      <vt:lpstr>New Icons</vt:lpstr>
      <vt:lpstr>List style (some small stuff)</vt:lpstr>
      <vt:lpstr>More option to style it </vt:lpstr>
      <vt:lpstr>The style tag</vt:lpstr>
      <vt:lpstr>Selectors</vt:lpstr>
      <vt:lpstr>Class And Id</vt:lpstr>
      <vt:lpstr>Let’s do some stuff</vt:lpstr>
      <vt:lpstr>CSS box model  https://www.w3schools.com/css/css_boxmodel.asp</vt:lpstr>
      <vt:lpstr>Display</vt:lpstr>
      <vt:lpstr>CSS width</vt:lpstr>
      <vt:lpstr>CSS height</vt:lpstr>
      <vt:lpstr>CSS hover</vt:lpstr>
      <vt:lpstr>Font-size</vt:lpstr>
      <vt:lpstr>CSS units</vt:lpstr>
      <vt:lpstr>Rem vs em</vt:lpstr>
      <vt:lpstr>Wait separate it! Please this is to much</vt:lpstr>
      <vt:lpstr>Ok ok But the hover is not good enough</vt:lpstr>
      <vt:lpstr>transform</vt:lpstr>
      <vt:lpstr> :focus </vt:lpstr>
      <vt:lpstr>Some amazing tools</vt:lpstr>
      <vt:lpstr>Font weight</vt:lpstr>
      <vt:lpstr>Font-style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Recap</dc:title>
  <dc:creator>Shaked Chen</dc:creator>
  <cp:lastModifiedBy>Shaked Chen</cp:lastModifiedBy>
  <cp:revision>32</cp:revision>
  <dcterms:created xsi:type="dcterms:W3CDTF">2023-01-07T23:33:56Z</dcterms:created>
  <dcterms:modified xsi:type="dcterms:W3CDTF">2023-01-10T00:38:49Z</dcterms:modified>
</cp:coreProperties>
</file>